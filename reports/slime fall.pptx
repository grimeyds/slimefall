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usso One"/>
      <p:regular r:id="rId12"/>
    </p:embeddedFont>
    <p:embeddedFont>
      <p:font typeface="ABeeZee"/>
      <p:regular r:id="rId13"/>
      <p:italic r:id="rId14"/>
    </p:embeddedFont>
    <p:embeddedFont>
      <p:font typeface="Merriweather Black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BeeZee-regular.fntdata"/><Relationship Id="rId12" Type="http://schemas.openxmlformats.org/officeDocument/2006/relationships/font" Target="fonts/RussoOne-regular.fntdata"/><Relationship Id="rId15" Type="http://schemas.openxmlformats.org/officeDocument/2006/relationships/font" Target="fonts/MerriweatherBlack-bold.fntdata"/><Relationship Id="rId14" Type="http://schemas.openxmlformats.org/officeDocument/2006/relationships/font" Target="fonts/ABeeZee-italic.fntdata"/><Relationship Id="rId16" Type="http://schemas.openxmlformats.org/officeDocument/2006/relationships/font" Target="fonts/Merriweather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d1f8fd6b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d1f8fd6b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d1f8fd6b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d1f8fd6b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Slime Fall is een boeiende scroll game ontwikkeld om snel op te pakken.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Het scherm scrolt naar beneden en je zoekt openingen in platformen.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Je kan hier jezelf uitdagen met een highscore.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De game is geschikt voor iedereen.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d1f8fd6b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1d1f8fd6b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d1f8fd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1d1f8fd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1f8fd6b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1f8fd6b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d1f8fd6b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1d1f8fd6b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 rot="-298">
            <a:off x="857250" y="3533932"/>
            <a:ext cx="3457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0" y="964725"/>
            <a:ext cx="4734300" cy="22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895150" y="2586125"/>
            <a:ext cx="3012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754250" y="1250025"/>
            <a:ext cx="12939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 rot="393">
            <a:off x="1087850" y="3474550"/>
            <a:ext cx="2626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3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16791">
            <a:off x="7873363" y="157700"/>
            <a:ext cx="990424" cy="10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612" y="673387"/>
            <a:ext cx="296875" cy="29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12" y="4305975"/>
            <a:ext cx="296875" cy="2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38525" y="2950950"/>
            <a:ext cx="2907600" cy="1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5097875" y="2950950"/>
            <a:ext cx="2907600" cy="1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title"/>
          </p:nvPr>
        </p:nvSpPr>
        <p:spPr>
          <a:xfrm>
            <a:off x="1424125" y="257174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title"/>
          </p:nvPr>
        </p:nvSpPr>
        <p:spPr>
          <a:xfrm>
            <a:off x="5383475" y="257174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89226" y="4548050"/>
            <a:ext cx="197550" cy="19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174" y="4704632"/>
            <a:ext cx="293100" cy="29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4152913"/>
            <a:ext cx="1323700" cy="132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5"/>
          <p:cNvGrpSpPr/>
          <p:nvPr/>
        </p:nvGrpSpPr>
        <p:grpSpPr>
          <a:xfrm rot="-10165642">
            <a:off x="6542082" y="-1106413"/>
            <a:ext cx="3527089" cy="3472839"/>
            <a:chOff x="6304765" y="-973673"/>
            <a:chExt cx="2075552" cy="2043628"/>
          </a:xfrm>
        </p:grpSpPr>
        <p:sp>
          <p:nvSpPr>
            <p:cNvPr id="31" name="Google Shape;31;p5"/>
            <p:cNvSpPr/>
            <p:nvPr/>
          </p:nvSpPr>
          <p:spPr>
            <a:xfrm>
              <a:off x="6696987" y="-777024"/>
              <a:ext cx="1507513" cy="1315496"/>
            </a:xfrm>
            <a:custGeom>
              <a:rect b="b" l="l" r="r" t="t"/>
              <a:pathLst>
                <a:path extrusionOk="0" h="33138" w="37975">
                  <a:moveTo>
                    <a:pt x="18134" y="31908"/>
                  </a:moveTo>
                  <a:lnTo>
                    <a:pt x="17690" y="32070"/>
                  </a:lnTo>
                  <a:cubicBezTo>
                    <a:pt x="17837" y="32013"/>
                    <a:pt x="17985" y="31959"/>
                    <a:pt x="18134" y="31908"/>
                  </a:cubicBezTo>
                  <a:close/>
                  <a:moveTo>
                    <a:pt x="12968" y="1"/>
                  </a:moveTo>
                  <a:cubicBezTo>
                    <a:pt x="12156" y="1"/>
                    <a:pt x="11347" y="142"/>
                    <a:pt x="10582" y="436"/>
                  </a:cubicBezTo>
                  <a:cubicBezTo>
                    <a:pt x="7981" y="1437"/>
                    <a:pt x="6077" y="4196"/>
                    <a:pt x="6079" y="7081"/>
                  </a:cubicBezTo>
                  <a:cubicBezTo>
                    <a:pt x="6080" y="8987"/>
                    <a:pt x="6838" y="10816"/>
                    <a:pt x="6937" y="12719"/>
                  </a:cubicBezTo>
                  <a:cubicBezTo>
                    <a:pt x="7030" y="14509"/>
                    <a:pt x="6517" y="16330"/>
                    <a:pt x="5506" y="17786"/>
                  </a:cubicBezTo>
                  <a:cubicBezTo>
                    <a:pt x="4082" y="19833"/>
                    <a:pt x="1717" y="21188"/>
                    <a:pt x="857" y="23553"/>
                  </a:cubicBezTo>
                  <a:cubicBezTo>
                    <a:pt x="0" y="25908"/>
                    <a:pt x="986" y="28687"/>
                    <a:pt x="2784" y="30373"/>
                  </a:cubicBezTo>
                  <a:cubicBezTo>
                    <a:pt x="4582" y="32057"/>
                    <a:pt x="7035" y="32799"/>
                    <a:pt x="9444" y="33040"/>
                  </a:cubicBezTo>
                  <a:cubicBezTo>
                    <a:pt x="10089" y="33105"/>
                    <a:pt x="10737" y="33137"/>
                    <a:pt x="11386" y="33137"/>
                  </a:cubicBezTo>
                  <a:cubicBezTo>
                    <a:pt x="13931" y="33137"/>
                    <a:pt x="16477" y="32642"/>
                    <a:pt x="18848" y="31678"/>
                  </a:cubicBezTo>
                  <a:lnTo>
                    <a:pt x="18848" y="31678"/>
                  </a:lnTo>
                  <a:cubicBezTo>
                    <a:pt x="21591" y="30861"/>
                    <a:pt x="24502" y="30720"/>
                    <a:pt x="27328" y="30222"/>
                  </a:cubicBezTo>
                  <a:cubicBezTo>
                    <a:pt x="30555" y="29655"/>
                    <a:pt x="33912" y="28468"/>
                    <a:pt x="35905" y="25766"/>
                  </a:cubicBezTo>
                  <a:cubicBezTo>
                    <a:pt x="36960" y="24335"/>
                    <a:pt x="37549" y="22575"/>
                    <a:pt x="37800" y="20790"/>
                  </a:cubicBezTo>
                  <a:cubicBezTo>
                    <a:pt x="37936" y="19823"/>
                    <a:pt x="37975" y="18821"/>
                    <a:pt x="37712" y="17884"/>
                  </a:cubicBezTo>
                  <a:cubicBezTo>
                    <a:pt x="37184" y="15998"/>
                    <a:pt x="35522" y="14677"/>
                    <a:pt x="33777" y="13926"/>
                  </a:cubicBezTo>
                  <a:cubicBezTo>
                    <a:pt x="32034" y="13176"/>
                    <a:pt x="30144" y="12862"/>
                    <a:pt x="28368" y="12199"/>
                  </a:cubicBezTo>
                  <a:cubicBezTo>
                    <a:pt x="25461" y="11116"/>
                    <a:pt x="22888" y="9082"/>
                    <a:pt x="21108" y="6457"/>
                  </a:cubicBezTo>
                  <a:cubicBezTo>
                    <a:pt x="20157" y="5055"/>
                    <a:pt x="19418" y="3479"/>
                    <a:pt x="18256" y="2260"/>
                  </a:cubicBezTo>
                  <a:cubicBezTo>
                    <a:pt x="16879" y="812"/>
                    <a:pt x="14917" y="1"/>
                    <a:pt x="1296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rot="-8532340">
              <a:off x="6563577" y="-640838"/>
              <a:ext cx="1557928" cy="1377959"/>
            </a:xfrm>
            <a:custGeom>
              <a:rect b="b" l="l" r="r" t="t"/>
              <a:pathLst>
                <a:path extrusionOk="0" h="58198" w="65799">
                  <a:moveTo>
                    <a:pt x="22779" y="11174"/>
                  </a:moveTo>
                  <a:lnTo>
                    <a:pt x="22779" y="11174"/>
                  </a:lnTo>
                  <a:cubicBezTo>
                    <a:pt x="22591" y="11409"/>
                    <a:pt x="22398" y="11641"/>
                    <a:pt x="22202" y="11869"/>
                  </a:cubicBezTo>
                  <a:lnTo>
                    <a:pt x="22202" y="11869"/>
                  </a:lnTo>
                  <a:lnTo>
                    <a:pt x="22779" y="11174"/>
                  </a:lnTo>
                  <a:close/>
                  <a:moveTo>
                    <a:pt x="43918" y="0"/>
                  </a:moveTo>
                  <a:cubicBezTo>
                    <a:pt x="40722" y="0"/>
                    <a:pt x="37536" y="927"/>
                    <a:pt x="34632" y="2252"/>
                  </a:cubicBezTo>
                  <a:cubicBezTo>
                    <a:pt x="29427" y="4626"/>
                    <a:pt x="24831" y="8288"/>
                    <a:pt x="21325" y="12845"/>
                  </a:cubicBezTo>
                  <a:lnTo>
                    <a:pt x="21325" y="12845"/>
                  </a:lnTo>
                  <a:cubicBezTo>
                    <a:pt x="17831" y="16565"/>
                    <a:pt x="13474" y="19398"/>
                    <a:pt x="9567" y="22703"/>
                  </a:cubicBezTo>
                  <a:cubicBezTo>
                    <a:pt x="5095" y="26484"/>
                    <a:pt x="985" y="31338"/>
                    <a:pt x="341" y="37303"/>
                  </a:cubicBezTo>
                  <a:cubicBezTo>
                    <a:pt x="0" y="40462"/>
                    <a:pt x="676" y="43709"/>
                    <a:pt x="1895" y="46688"/>
                  </a:cubicBezTo>
                  <a:cubicBezTo>
                    <a:pt x="2554" y="48304"/>
                    <a:pt x="3396" y="49885"/>
                    <a:pt x="4646" y="51095"/>
                  </a:cubicBezTo>
                  <a:cubicBezTo>
                    <a:pt x="6665" y="53052"/>
                    <a:pt x="9486" y="53785"/>
                    <a:pt x="12264" y="53785"/>
                  </a:cubicBezTo>
                  <a:cubicBezTo>
                    <a:pt x="12944" y="53785"/>
                    <a:pt x="13621" y="53741"/>
                    <a:pt x="14283" y="53661"/>
                  </a:cubicBezTo>
                  <a:cubicBezTo>
                    <a:pt x="17651" y="53249"/>
                    <a:pt x="20850" y="52034"/>
                    <a:pt x="24189" y="51456"/>
                  </a:cubicBezTo>
                  <a:cubicBezTo>
                    <a:pt x="25663" y="51201"/>
                    <a:pt x="27163" y="51075"/>
                    <a:pt x="28666" y="51075"/>
                  </a:cubicBezTo>
                  <a:cubicBezTo>
                    <a:pt x="32731" y="51075"/>
                    <a:pt x="36830" y="51996"/>
                    <a:pt x="40561" y="53783"/>
                  </a:cubicBezTo>
                  <a:cubicBezTo>
                    <a:pt x="43292" y="55092"/>
                    <a:pt x="45851" y="56859"/>
                    <a:pt x="48742" y="57696"/>
                  </a:cubicBezTo>
                  <a:cubicBezTo>
                    <a:pt x="49906" y="58034"/>
                    <a:pt x="51109" y="58197"/>
                    <a:pt x="52307" y="58197"/>
                  </a:cubicBezTo>
                  <a:cubicBezTo>
                    <a:pt x="56106" y="58197"/>
                    <a:pt x="59862" y="56554"/>
                    <a:pt x="62229" y="53601"/>
                  </a:cubicBezTo>
                  <a:cubicBezTo>
                    <a:pt x="65344" y="49715"/>
                    <a:pt x="65799" y="43740"/>
                    <a:pt x="63197" y="39291"/>
                  </a:cubicBezTo>
                  <a:cubicBezTo>
                    <a:pt x="61478" y="36350"/>
                    <a:pt x="58665" y="34208"/>
                    <a:pt x="56797" y="31360"/>
                  </a:cubicBezTo>
                  <a:cubicBezTo>
                    <a:pt x="55040" y="28679"/>
                    <a:pt x="54196" y="25407"/>
                    <a:pt x="54446" y="22253"/>
                  </a:cubicBezTo>
                  <a:cubicBezTo>
                    <a:pt x="54798" y="17810"/>
                    <a:pt x="57229" y="13587"/>
                    <a:pt x="56428" y="9164"/>
                  </a:cubicBezTo>
                  <a:cubicBezTo>
                    <a:pt x="55629" y="4758"/>
                    <a:pt x="51605" y="1355"/>
                    <a:pt x="47313" y="374"/>
                  </a:cubicBezTo>
                  <a:cubicBezTo>
                    <a:pt x="46188" y="117"/>
                    <a:pt x="45052" y="0"/>
                    <a:pt x="43918" y="0"/>
                  </a:cubicBezTo>
                  <a:close/>
                </a:path>
              </a:pathLst>
            </a:custGeom>
            <a:gradFill>
              <a:gsLst>
                <a:gs pos="0">
                  <a:srgbClr val="00D1F9"/>
                </a:gs>
                <a:gs pos="100000">
                  <a:srgbClr val="6846FF">
                    <a:alpha val="40784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086052" y="249952"/>
            <a:ext cx="1268025" cy="16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53551" y="531250"/>
            <a:ext cx="197550" cy="19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1824" y="246932"/>
            <a:ext cx="293100" cy="29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1824" y="1779757"/>
            <a:ext cx="293100" cy="29306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9752" y="4413393"/>
            <a:ext cx="380250" cy="38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10814" y="3113965"/>
            <a:ext cx="293100" cy="29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20000" y="487625"/>
            <a:ext cx="2451900" cy="11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 rot="-535">
            <a:off x="720000" y="1741921"/>
            <a:ext cx="38520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2734" y="360351"/>
            <a:ext cx="358525" cy="3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49174" y="4273724"/>
            <a:ext cx="563083" cy="5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908900" y="1128450"/>
            <a:ext cx="6515100" cy="288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2149" y="4517775"/>
            <a:ext cx="320525" cy="3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2400" y="381000"/>
            <a:ext cx="468525" cy="469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8"/>
          <p:cNvGrpSpPr/>
          <p:nvPr/>
        </p:nvGrpSpPr>
        <p:grpSpPr>
          <a:xfrm>
            <a:off x="-1833983" y="2146074"/>
            <a:ext cx="5298466" cy="5143445"/>
            <a:chOff x="142765" y="-439135"/>
            <a:chExt cx="2581721" cy="2506186"/>
          </a:xfrm>
        </p:grpSpPr>
        <p:sp>
          <p:nvSpPr>
            <p:cNvPr id="53" name="Google Shape;53;p8"/>
            <p:cNvSpPr/>
            <p:nvPr/>
          </p:nvSpPr>
          <p:spPr>
            <a:xfrm rot="-384583">
              <a:off x="515178" y="-256630"/>
              <a:ext cx="1900663" cy="1658569"/>
            </a:xfrm>
            <a:custGeom>
              <a:rect b="b" l="l" r="r" t="t"/>
              <a:pathLst>
                <a:path extrusionOk="0" h="33138" w="37975">
                  <a:moveTo>
                    <a:pt x="18134" y="31908"/>
                  </a:moveTo>
                  <a:lnTo>
                    <a:pt x="17690" y="32070"/>
                  </a:lnTo>
                  <a:cubicBezTo>
                    <a:pt x="17837" y="32013"/>
                    <a:pt x="17985" y="31959"/>
                    <a:pt x="18134" y="31908"/>
                  </a:cubicBezTo>
                  <a:close/>
                  <a:moveTo>
                    <a:pt x="12968" y="1"/>
                  </a:moveTo>
                  <a:cubicBezTo>
                    <a:pt x="12156" y="1"/>
                    <a:pt x="11347" y="142"/>
                    <a:pt x="10582" y="436"/>
                  </a:cubicBezTo>
                  <a:cubicBezTo>
                    <a:pt x="7981" y="1437"/>
                    <a:pt x="6077" y="4196"/>
                    <a:pt x="6079" y="7081"/>
                  </a:cubicBezTo>
                  <a:cubicBezTo>
                    <a:pt x="6080" y="8987"/>
                    <a:pt x="6838" y="10816"/>
                    <a:pt x="6937" y="12719"/>
                  </a:cubicBezTo>
                  <a:cubicBezTo>
                    <a:pt x="7030" y="14509"/>
                    <a:pt x="6517" y="16330"/>
                    <a:pt x="5506" y="17786"/>
                  </a:cubicBezTo>
                  <a:cubicBezTo>
                    <a:pt x="4082" y="19833"/>
                    <a:pt x="1717" y="21188"/>
                    <a:pt x="857" y="23553"/>
                  </a:cubicBezTo>
                  <a:cubicBezTo>
                    <a:pt x="0" y="25908"/>
                    <a:pt x="986" y="28687"/>
                    <a:pt x="2784" y="30373"/>
                  </a:cubicBezTo>
                  <a:cubicBezTo>
                    <a:pt x="4582" y="32057"/>
                    <a:pt x="7035" y="32799"/>
                    <a:pt x="9444" y="33040"/>
                  </a:cubicBezTo>
                  <a:cubicBezTo>
                    <a:pt x="10089" y="33105"/>
                    <a:pt x="10737" y="33137"/>
                    <a:pt x="11386" y="33137"/>
                  </a:cubicBezTo>
                  <a:cubicBezTo>
                    <a:pt x="13931" y="33137"/>
                    <a:pt x="16477" y="32642"/>
                    <a:pt x="18848" y="31678"/>
                  </a:cubicBezTo>
                  <a:lnTo>
                    <a:pt x="18848" y="31678"/>
                  </a:lnTo>
                  <a:cubicBezTo>
                    <a:pt x="21591" y="30861"/>
                    <a:pt x="24502" y="30720"/>
                    <a:pt x="27328" y="30222"/>
                  </a:cubicBezTo>
                  <a:cubicBezTo>
                    <a:pt x="30555" y="29655"/>
                    <a:pt x="33912" y="28468"/>
                    <a:pt x="35905" y="25766"/>
                  </a:cubicBezTo>
                  <a:cubicBezTo>
                    <a:pt x="36960" y="24335"/>
                    <a:pt x="37549" y="22575"/>
                    <a:pt x="37800" y="20790"/>
                  </a:cubicBezTo>
                  <a:cubicBezTo>
                    <a:pt x="37936" y="19823"/>
                    <a:pt x="37975" y="18821"/>
                    <a:pt x="37712" y="17884"/>
                  </a:cubicBezTo>
                  <a:cubicBezTo>
                    <a:pt x="37184" y="15998"/>
                    <a:pt x="35522" y="14677"/>
                    <a:pt x="33777" y="13926"/>
                  </a:cubicBezTo>
                  <a:cubicBezTo>
                    <a:pt x="32034" y="13176"/>
                    <a:pt x="30144" y="12862"/>
                    <a:pt x="28368" y="12199"/>
                  </a:cubicBezTo>
                  <a:cubicBezTo>
                    <a:pt x="25461" y="11116"/>
                    <a:pt x="22888" y="9082"/>
                    <a:pt x="21108" y="6457"/>
                  </a:cubicBezTo>
                  <a:cubicBezTo>
                    <a:pt x="20157" y="5055"/>
                    <a:pt x="19418" y="3479"/>
                    <a:pt x="18256" y="2260"/>
                  </a:cubicBezTo>
                  <a:cubicBezTo>
                    <a:pt x="16879" y="812"/>
                    <a:pt x="14917" y="1"/>
                    <a:pt x="1296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-8916846">
              <a:off x="451473" y="-54739"/>
              <a:ext cx="1964307" cy="1737393"/>
            </a:xfrm>
            <a:custGeom>
              <a:rect b="b" l="l" r="r" t="t"/>
              <a:pathLst>
                <a:path extrusionOk="0" h="58198" w="65799">
                  <a:moveTo>
                    <a:pt x="22779" y="11174"/>
                  </a:moveTo>
                  <a:lnTo>
                    <a:pt x="22779" y="11174"/>
                  </a:lnTo>
                  <a:cubicBezTo>
                    <a:pt x="22591" y="11409"/>
                    <a:pt x="22398" y="11641"/>
                    <a:pt x="22202" y="11869"/>
                  </a:cubicBezTo>
                  <a:lnTo>
                    <a:pt x="22202" y="11869"/>
                  </a:lnTo>
                  <a:lnTo>
                    <a:pt x="22779" y="11174"/>
                  </a:lnTo>
                  <a:close/>
                  <a:moveTo>
                    <a:pt x="43918" y="0"/>
                  </a:moveTo>
                  <a:cubicBezTo>
                    <a:pt x="40722" y="0"/>
                    <a:pt x="37536" y="927"/>
                    <a:pt x="34632" y="2252"/>
                  </a:cubicBezTo>
                  <a:cubicBezTo>
                    <a:pt x="29427" y="4626"/>
                    <a:pt x="24831" y="8288"/>
                    <a:pt x="21325" y="12845"/>
                  </a:cubicBezTo>
                  <a:lnTo>
                    <a:pt x="21325" y="12845"/>
                  </a:lnTo>
                  <a:cubicBezTo>
                    <a:pt x="17831" y="16565"/>
                    <a:pt x="13474" y="19398"/>
                    <a:pt x="9567" y="22703"/>
                  </a:cubicBezTo>
                  <a:cubicBezTo>
                    <a:pt x="5095" y="26484"/>
                    <a:pt x="985" y="31338"/>
                    <a:pt x="341" y="37303"/>
                  </a:cubicBezTo>
                  <a:cubicBezTo>
                    <a:pt x="0" y="40462"/>
                    <a:pt x="676" y="43709"/>
                    <a:pt x="1895" y="46688"/>
                  </a:cubicBezTo>
                  <a:cubicBezTo>
                    <a:pt x="2554" y="48304"/>
                    <a:pt x="3396" y="49885"/>
                    <a:pt x="4646" y="51095"/>
                  </a:cubicBezTo>
                  <a:cubicBezTo>
                    <a:pt x="6665" y="53052"/>
                    <a:pt x="9486" y="53785"/>
                    <a:pt x="12264" y="53785"/>
                  </a:cubicBezTo>
                  <a:cubicBezTo>
                    <a:pt x="12944" y="53785"/>
                    <a:pt x="13621" y="53741"/>
                    <a:pt x="14283" y="53661"/>
                  </a:cubicBezTo>
                  <a:cubicBezTo>
                    <a:pt x="17651" y="53249"/>
                    <a:pt x="20850" y="52034"/>
                    <a:pt x="24189" y="51456"/>
                  </a:cubicBezTo>
                  <a:cubicBezTo>
                    <a:pt x="25663" y="51201"/>
                    <a:pt x="27163" y="51075"/>
                    <a:pt x="28666" y="51075"/>
                  </a:cubicBezTo>
                  <a:cubicBezTo>
                    <a:pt x="32731" y="51075"/>
                    <a:pt x="36830" y="51996"/>
                    <a:pt x="40561" y="53783"/>
                  </a:cubicBezTo>
                  <a:cubicBezTo>
                    <a:pt x="43292" y="55092"/>
                    <a:pt x="45851" y="56859"/>
                    <a:pt x="48742" y="57696"/>
                  </a:cubicBezTo>
                  <a:cubicBezTo>
                    <a:pt x="49906" y="58034"/>
                    <a:pt x="51109" y="58197"/>
                    <a:pt x="52307" y="58197"/>
                  </a:cubicBezTo>
                  <a:cubicBezTo>
                    <a:pt x="56106" y="58197"/>
                    <a:pt x="59862" y="56554"/>
                    <a:pt x="62229" y="53601"/>
                  </a:cubicBezTo>
                  <a:cubicBezTo>
                    <a:pt x="65344" y="49715"/>
                    <a:pt x="65799" y="43740"/>
                    <a:pt x="63197" y="39291"/>
                  </a:cubicBezTo>
                  <a:cubicBezTo>
                    <a:pt x="61478" y="36350"/>
                    <a:pt x="58665" y="34208"/>
                    <a:pt x="56797" y="31360"/>
                  </a:cubicBezTo>
                  <a:cubicBezTo>
                    <a:pt x="55040" y="28679"/>
                    <a:pt x="54196" y="25407"/>
                    <a:pt x="54446" y="22253"/>
                  </a:cubicBezTo>
                  <a:cubicBezTo>
                    <a:pt x="54798" y="17810"/>
                    <a:pt x="57229" y="13587"/>
                    <a:pt x="56428" y="9164"/>
                  </a:cubicBezTo>
                  <a:cubicBezTo>
                    <a:pt x="55629" y="4758"/>
                    <a:pt x="51605" y="1355"/>
                    <a:pt x="47313" y="374"/>
                  </a:cubicBezTo>
                  <a:cubicBezTo>
                    <a:pt x="46188" y="117"/>
                    <a:pt x="45052" y="0"/>
                    <a:pt x="43918" y="0"/>
                  </a:cubicBezTo>
                  <a:close/>
                </a:path>
              </a:pathLst>
            </a:custGeom>
            <a:gradFill>
              <a:gsLst>
                <a:gs pos="0">
                  <a:srgbClr val="00D1F9"/>
                </a:gs>
                <a:gs pos="100000">
                  <a:srgbClr val="6846FF">
                    <a:alpha val="40784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00" y="2571750"/>
            <a:ext cx="1878903" cy="237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83022">
            <a:off x="1932032" y="3225474"/>
            <a:ext cx="1409034" cy="1488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7649" y="4282250"/>
            <a:ext cx="320525" cy="3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261200" y="1339088"/>
            <a:ext cx="41628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 rot="-563">
            <a:off x="193075" y="1213428"/>
            <a:ext cx="5493000" cy="24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-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-"/>
              <a:defRPr/>
            </a:lvl9pPr>
          </a:lstStyle>
          <a:p/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46925" y="4013600"/>
            <a:ext cx="354150" cy="3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3325" y="3909675"/>
            <a:ext cx="276125" cy="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76300" y="3914775"/>
            <a:ext cx="7391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pic>
        <p:nvPicPr>
          <p:cNvPr id="65" name="Google Shape;6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5287" y="4609416"/>
            <a:ext cx="252775" cy="252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hasCustomPrompt="1" type="title"/>
          </p:nvPr>
        </p:nvSpPr>
        <p:spPr>
          <a:xfrm rot="473">
            <a:off x="4129875" y="1555237"/>
            <a:ext cx="4360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subTitle"/>
          </p:nvPr>
        </p:nvSpPr>
        <p:spPr>
          <a:xfrm>
            <a:off x="4196588" y="3231175"/>
            <a:ext cx="42273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69" name="Google Shape;6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4317" y="4389151"/>
            <a:ext cx="427775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63726" y="678850"/>
            <a:ext cx="320549" cy="32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1"/>
          <p:cNvGrpSpPr/>
          <p:nvPr/>
        </p:nvGrpSpPr>
        <p:grpSpPr>
          <a:xfrm rot="-5210077">
            <a:off x="-827" y="490327"/>
            <a:ext cx="4600675" cy="4466071"/>
            <a:chOff x="292636" y="-301032"/>
            <a:chExt cx="2581721" cy="2506186"/>
          </a:xfrm>
        </p:grpSpPr>
        <p:sp>
          <p:nvSpPr>
            <p:cNvPr id="72" name="Google Shape;72;p11"/>
            <p:cNvSpPr/>
            <p:nvPr/>
          </p:nvSpPr>
          <p:spPr>
            <a:xfrm rot="-384583">
              <a:off x="665048" y="-118527"/>
              <a:ext cx="1900663" cy="1658569"/>
            </a:xfrm>
            <a:custGeom>
              <a:rect b="b" l="l" r="r" t="t"/>
              <a:pathLst>
                <a:path extrusionOk="0" h="33138" w="37975">
                  <a:moveTo>
                    <a:pt x="18134" y="31908"/>
                  </a:moveTo>
                  <a:lnTo>
                    <a:pt x="17690" y="32070"/>
                  </a:lnTo>
                  <a:cubicBezTo>
                    <a:pt x="17837" y="32013"/>
                    <a:pt x="17985" y="31959"/>
                    <a:pt x="18134" y="31908"/>
                  </a:cubicBezTo>
                  <a:close/>
                  <a:moveTo>
                    <a:pt x="12968" y="1"/>
                  </a:moveTo>
                  <a:cubicBezTo>
                    <a:pt x="12156" y="1"/>
                    <a:pt x="11347" y="142"/>
                    <a:pt x="10582" y="436"/>
                  </a:cubicBezTo>
                  <a:cubicBezTo>
                    <a:pt x="7981" y="1437"/>
                    <a:pt x="6077" y="4196"/>
                    <a:pt x="6079" y="7081"/>
                  </a:cubicBezTo>
                  <a:cubicBezTo>
                    <a:pt x="6080" y="8987"/>
                    <a:pt x="6838" y="10816"/>
                    <a:pt x="6937" y="12719"/>
                  </a:cubicBezTo>
                  <a:cubicBezTo>
                    <a:pt x="7030" y="14509"/>
                    <a:pt x="6517" y="16330"/>
                    <a:pt x="5506" y="17786"/>
                  </a:cubicBezTo>
                  <a:cubicBezTo>
                    <a:pt x="4082" y="19833"/>
                    <a:pt x="1717" y="21188"/>
                    <a:pt x="857" y="23553"/>
                  </a:cubicBezTo>
                  <a:cubicBezTo>
                    <a:pt x="0" y="25908"/>
                    <a:pt x="986" y="28687"/>
                    <a:pt x="2784" y="30373"/>
                  </a:cubicBezTo>
                  <a:cubicBezTo>
                    <a:pt x="4582" y="32057"/>
                    <a:pt x="7035" y="32799"/>
                    <a:pt x="9444" y="33040"/>
                  </a:cubicBezTo>
                  <a:cubicBezTo>
                    <a:pt x="10089" y="33105"/>
                    <a:pt x="10737" y="33137"/>
                    <a:pt x="11386" y="33137"/>
                  </a:cubicBezTo>
                  <a:cubicBezTo>
                    <a:pt x="13931" y="33137"/>
                    <a:pt x="16477" y="32642"/>
                    <a:pt x="18848" y="31678"/>
                  </a:cubicBezTo>
                  <a:lnTo>
                    <a:pt x="18848" y="31678"/>
                  </a:lnTo>
                  <a:cubicBezTo>
                    <a:pt x="21591" y="30861"/>
                    <a:pt x="24502" y="30720"/>
                    <a:pt x="27328" y="30222"/>
                  </a:cubicBezTo>
                  <a:cubicBezTo>
                    <a:pt x="30555" y="29655"/>
                    <a:pt x="33912" y="28468"/>
                    <a:pt x="35905" y="25766"/>
                  </a:cubicBezTo>
                  <a:cubicBezTo>
                    <a:pt x="36960" y="24335"/>
                    <a:pt x="37549" y="22575"/>
                    <a:pt x="37800" y="20790"/>
                  </a:cubicBezTo>
                  <a:cubicBezTo>
                    <a:pt x="37936" y="19823"/>
                    <a:pt x="37975" y="18821"/>
                    <a:pt x="37712" y="17884"/>
                  </a:cubicBezTo>
                  <a:cubicBezTo>
                    <a:pt x="37184" y="15998"/>
                    <a:pt x="35522" y="14677"/>
                    <a:pt x="33777" y="13926"/>
                  </a:cubicBezTo>
                  <a:cubicBezTo>
                    <a:pt x="32034" y="13176"/>
                    <a:pt x="30144" y="12862"/>
                    <a:pt x="28368" y="12199"/>
                  </a:cubicBezTo>
                  <a:cubicBezTo>
                    <a:pt x="25461" y="11116"/>
                    <a:pt x="22888" y="9082"/>
                    <a:pt x="21108" y="6457"/>
                  </a:cubicBezTo>
                  <a:cubicBezTo>
                    <a:pt x="20157" y="5055"/>
                    <a:pt x="19418" y="3479"/>
                    <a:pt x="18256" y="2260"/>
                  </a:cubicBezTo>
                  <a:cubicBezTo>
                    <a:pt x="16879" y="812"/>
                    <a:pt x="14917" y="1"/>
                    <a:pt x="1296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-8916846">
              <a:off x="601343" y="83365"/>
              <a:ext cx="1964307" cy="1737393"/>
            </a:xfrm>
            <a:custGeom>
              <a:rect b="b" l="l" r="r" t="t"/>
              <a:pathLst>
                <a:path extrusionOk="0" h="58198" w="65799">
                  <a:moveTo>
                    <a:pt x="22779" y="11174"/>
                  </a:moveTo>
                  <a:lnTo>
                    <a:pt x="22779" y="11174"/>
                  </a:lnTo>
                  <a:cubicBezTo>
                    <a:pt x="22591" y="11409"/>
                    <a:pt x="22398" y="11641"/>
                    <a:pt x="22202" y="11869"/>
                  </a:cubicBezTo>
                  <a:lnTo>
                    <a:pt x="22202" y="11869"/>
                  </a:lnTo>
                  <a:lnTo>
                    <a:pt x="22779" y="11174"/>
                  </a:lnTo>
                  <a:close/>
                  <a:moveTo>
                    <a:pt x="43918" y="0"/>
                  </a:moveTo>
                  <a:cubicBezTo>
                    <a:pt x="40722" y="0"/>
                    <a:pt x="37536" y="927"/>
                    <a:pt x="34632" y="2252"/>
                  </a:cubicBezTo>
                  <a:cubicBezTo>
                    <a:pt x="29427" y="4626"/>
                    <a:pt x="24831" y="8288"/>
                    <a:pt x="21325" y="12845"/>
                  </a:cubicBezTo>
                  <a:lnTo>
                    <a:pt x="21325" y="12845"/>
                  </a:lnTo>
                  <a:cubicBezTo>
                    <a:pt x="17831" y="16565"/>
                    <a:pt x="13474" y="19398"/>
                    <a:pt x="9567" y="22703"/>
                  </a:cubicBezTo>
                  <a:cubicBezTo>
                    <a:pt x="5095" y="26484"/>
                    <a:pt x="985" y="31338"/>
                    <a:pt x="341" y="37303"/>
                  </a:cubicBezTo>
                  <a:cubicBezTo>
                    <a:pt x="0" y="40462"/>
                    <a:pt x="676" y="43709"/>
                    <a:pt x="1895" y="46688"/>
                  </a:cubicBezTo>
                  <a:cubicBezTo>
                    <a:pt x="2554" y="48304"/>
                    <a:pt x="3396" y="49885"/>
                    <a:pt x="4646" y="51095"/>
                  </a:cubicBezTo>
                  <a:cubicBezTo>
                    <a:pt x="6665" y="53052"/>
                    <a:pt x="9486" y="53785"/>
                    <a:pt x="12264" y="53785"/>
                  </a:cubicBezTo>
                  <a:cubicBezTo>
                    <a:pt x="12944" y="53785"/>
                    <a:pt x="13621" y="53741"/>
                    <a:pt x="14283" y="53661"/>
                  </a:cubicBezTo>
                  <a:cubicBezTo>
                    <a:pt x="17651" y="53249"/>
                    <a:pt x="20850" y="52034"/>
                    <a:pt x="24189" y="51456"/>
                  </a:cubicBezTo>
                  <a:cubicBezTo>
                    <a:pt x="25663" y="51201"/>
                    <a:pt x="27163" y="51075"/>
                    <a:pt x="28666" y="51075"/>
                  </a:cubicBezTo>
                  <a:cubicBezTo>
                    <a:pt x="32731" y="51075"/>
                    <a:pt x="36830" y="51996"/>
                    <a:pt x="40561" y="53783"/>
                  </a:cubicBezTo>
                  <a:cubicBezTo>
                    <a:pt x="43292" y="55092"/>
                    <a:pt x="45851" y="56859"/>
                    <a:pt x="48742" y="57696"/>
                  </a:cubicBezTo>
                  <a:cubicBezTo>
                    <a:pt x="49906" y="58034"/>
                    <a:pt x="51109" y="58197"/>
                    <a:pt x="52307" y="58197"/>
                  </a:cubicBezTo>
                  <a:cubicBezTo>
                    <a:pt x="56106" y="58197"/>
                    <a:pt x="59862" y="56554"/>
                    <a:pt x="62229" y="53601"/>
                  </a:cubicBezTo>
                  <a:cubicBezTo>
                    <a:pt x="65344" y="49715"/>
                    <a:pt x="65799" y="43740"/>
                    <a:pt x="63197" y="39291"/>
                  </a:cubicBezTo>
                  <a:cubicBezTo>
                    <a:pt x="61478" y="36350"/>
                    <a:pt x="58665" y="34208"/>
                    <a:pt x="56797" y="31360"/>
                  </a:cubicBezTo>
                  <a:cubicBezTo>
                    <a:pt x="55040" y="28679"/>
                    <a:pt x="54196" y="25407"/>
                    <a:pt x="54446" y="22253"/>
                  </a:cubicBezTo>
                  <a:cubicBezTo>
                    <a:pt x="54798" y="17810"/>
                    <a:pt x="57229" y="13587"/>
                    <a:pt x="56428" y="9164"/>
                  </a:cubicBezTo>
                  <a:cubicBezTo>
                    <a:pt x="55629" y="4758"/>
                    <a:pt x="51605" y="1355"/>
                    <a:pt x="47313" y="374"/>
                  </a:cubicBezTo>
                  <a:cubicBezTo>
                    <a:pt x="46188" y="117"/>
                    <a:pt x="45052" y="0"/>
                    <a:pt x="43918" y="0"/>
                  </a:cubicBezTo>
                  <a:close/>
                </a:path>
              </a:pathLst>
            </a:custGeom>
            <a:gradFill>
              <a:gsLst>
                <a:gs pos="0">
                  <a:srgbClr val="00D1F9"/>
                </a:gs>
                <a:gs pos="100000">
                  <a:srgbClr val="6846FF">
                    <a:alpha val="40784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" name="Google Shape;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75431">
            <a:off x="383285" y="2246999"/>
            <a:ext cx="1568025" cy="1458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128" y="1697502"/>
            <a:ext cx="2381497" cy="2452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126" y="1448480"/>
            <a:ext cx="1268054" cy="133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1279678" y="193196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279678" y="2458488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2" type="title"/>
          </p:nvPr>
        </p:nvSpPr>
        <p:spPr>
          <a:xfrm rot="1611">
            <a:off x="6396569" y="3066123"/>
            <a:ext cx="6402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3" type="title"/>
          </p:nvPr>
        </p:nvSpPr>
        <p:spPr>
          <a:xfrm>
            <a:off x="2126131" y="3066272"/>
            <a:ext cx="640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4" type="title"/>
          </p:nvPr>
        </p:nvSpPr>
        <p:spPr>
          <a:xfrm>
            <a:off x="1279665" y="3681577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3"/>
          <p:cNvSpPr txBox="1"/>
          <p:nvPr>
            <p:ph idx="5" type="subTitle"/>
          </p:nvPr>
        </p:nvSpPr>
        <p:spPr>
          <a:xfrm>
            <a:off x="1279665" y="4208100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6" type="title"/>
          </p:nvPr>
        </p:nvSpPr>
        <p:spPr>
          <a:xfrm>
            <a:off x="5546978" y="3681577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3"/>
          <p:cNvSpPr txBox="1"/>
          <p:nvPr>
            <p:ph idx="7" type="subTitle"/>
          </p:nvPr>
        </p:nvSpPr>
        <p:spPr>
          <a:xfrm>
            <a:off x="5546978" y="4208100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8" type="title"/>
          </p:nvPr>
        </p:nvSpPr>
        <p:spPr>
          <a:xfrm>
            <a:off x="5546978" y="193196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5546978" y="2458488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13" type="title"/>
          </p:nvPr>
        </p:nvSpPr>
        <p:spPr>
          <a:xfrm rot="1611">
            <a:off x="6396581" y="1316830"/>
            <a:ext cx="640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4" type="title"/>
          </p:nvPr>
        </p:nvSpPr>
        <p:spPr>
          <a:xfrm rot="1619">
            <a:off x="2129274" y="1316737"/>
            <a:ext cx="637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5"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923" y="379737"/>
            <a:ext cx="320525" cy="3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94" name="Google Shape;9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37183">
            <a:off x="268119" y="4136062"/>
            <a:ext cx="903761" cy="8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9711" y="4603512"/>
            <a:ext cx="320525" cy="3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99" name="Google Shape;9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0949" y="4132772"/>
            <a:ext cx="314944" cy="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2" name="Google Shape;102;p15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373388">
            <a:off x="8063274" y="740723"/>
            <a:ext cx="873448" cy="667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65080">
            <a:off x="268379" y="4008700"/>
            <a:ext cx="601740" cy="7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800" y="2222950"/>
            <a:ext cx="301375" cy="3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4300" y="4114700"/>
            <a:ext cx="301375" cy="3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9" name="Google Shape;109;p16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110" name="Google Shape;11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847113" y="136149"/>
            <a:ext cx="1153775" cy="145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3324" y="970355"/>
            <a:ext cx="377575" cy="37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63" y="4016910"/>
            <a:ext cx="776074" cy="77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75" y="4130288"/>
            <a:ext cx="336825" cy="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6" name="Google Shape;116;p17"/>
          <p:cNvSpPr/>
          <p:nvPr/>
        </p:nvSpPr>
        <p:spPr>
          <a:xfrm>
            <a:off x="-28575" y="2895600"/>
            <a:ext cx="9172366" cy="2247910"/>
          </a:xfrm>
          <a:custGeom>
            <a:rect b="b" l="l" r="r" t="t"/>
            <a:pathLst>
              <a:path extrusionOk="0" h="128397" w="370713">
                <a:moveTo>
                  <a:pt x="94488" y="1143"/>
                </a:moveTo>
                <a:lnTo>
                  <a:pt x="0" y="95250"/>
                </a:lnTo>
                <a:lnTo>
                  <a:pt x="0" y="128397"/>
                </a:lnTo>
                <a:lnTo>
                  <a:pt x="370713" y="128397"/>
                </a:lnTo>
                <a:lnTo>
                  <a:pt x="370713" y="96012"/>
                </a:lnTo>
                <a:lnTo>
                  <a:pt x="272415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74D2">
                  <a:alpha val="6274"/>
                </a:srgbClr>
              </a:gs>
            </a:gsLst>
            <a:lin ang="5400700" scaled="0"/>
          </a:gradFill>
          <a:ln>
            <a:noFill/>
          </a:ln>
        </p:spPr>
      </p:sp>
      <p:pic>
        <p:nvPicPr>
          <p:cNvPr id="117" name="Google Shape;11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15323" y="586650"/>
            <a:ext cx="485775" cy="63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14" y="4412003"/>
            <a:ext cx="268275" cy="268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6350" y="306325"/>
            <a:ext cx="679624" cy="51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4364" y="687728"/>
            <a:ext cx="268275" cy="26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 rot="-868">
            <a:off x="1037699" y="3213708"/>
            <a:ext cx="35628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1037825" y="1243913"/>
            <a:ext cx="3562800" cy="18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4" name="Google Shape;12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873" y="822076"/>
            <a:ext cx="360321" cy="36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50" y="3977509"/>
            <a:ext cx="840375" cy="84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89281" y="425700"/>
            <a:ext cx="228109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0000" y="893388"/>
            <a:ext cx="37854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 rot="-292">
            <a:off x="720000" y="2809159"/>
            <a:ext cx="35280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0" name="Google Shape;13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25267">
            <a:off x="185078" y="4030424"/>
            <a:ext cx="1249469" cy="1306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MAIN_POINT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856475" y="2134313"/>
            <a:ext cx="28206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 rot="-355">
            <a:off x="856485" y="2698770"/>
            <a:ext cx="29076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4" name="Google Shape;13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209" y="963817"/>
            <a:ext cx="447599" cy="44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934" y="800092"/>
            <a:ext cx="447599" cy="44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0667" y="4110900"/>
            <a:ext cx="241288" cy="24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1326900" y="3986100"/>
            <a:ext cx="29076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4909506" y="3986100"/>
            <a:ext cx="29076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3" type="title"/>
          </p:nvPr>
        </p:nvSpPr>
        <p:spPr>
          <a:xfrm>
            <a:off x="1612488" y="361211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" name="Google Shape;142;p21"/>
          <p:cNvSpPr txBox="1"/>
          <p:nvPr>
            <p:ph idx="4" type="title"/>
          </p:nvPr>
        </p:nvSpPr>
        <p:spPr>
          <a:xfrm>
            <a:off x="5195100" y="361211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43" name="Google Shape;14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12824">
            <a:off x="81913" y="2595325"/>
            <a:ext cx="1276174" cy="13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8" y="3420125"/>
            <a:ext cx="348425" cy="34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2900" y="4435025"/>
            <a:ext cx="348425" cy="34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0025" y="487901"/>
            <a:ext cx="874800" cy="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702" y="1427025"/>
            <a:ext cx="616822" cy="8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title"/>
          </p:nvPr>
        </p:nvSpPr>
        <p:spPr>
          <a:xfrm>
            <a:off x="714575" y="13223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714575" y="1728800"/>
            <a:ext cx="48027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3" type="title"/>
          </p:nvPr>
        </p:nvSpPr>
        <p:spPr>
          <a:xfrm>
            <a:off x="714575" y="2511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22"/>
          <p:cNvSpPr txBox="1"/>
          <p:nvPr>
            <p:ph idx="4" type="subTitle"/>
          </p:nvPr>
        </p:nvSpPr>
        <p:spPr>
          <a:xfrm>
            <a:off x="714575" y="2904099"/>
            <a:ext cx="48027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5" type="title"/>
          </p:nvPr>
        </p:nvSpPr>
        <p:spPr>
          <a:xfrm>
            <a:off x="714575" y="36871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22"/>
          <p:cNvSpPr txBox="1"/>
          <p:nvPr>
            <p:ph idx="6" type="subTitle"/>
          </p:nvPr>
        </p:nvSpPr>
        <p:spPr>
          <a:xfrm>
            <a:off x="714575" y="4073399"/>
            <a:ext cx="48027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2" type="title"/>
          </p:nvPr>
        </p:nvSpPr>
        <p:spPr>
          <a:xfrm>
            <a:off x="1490900" y="2434075"/>
            <a:ext cx="117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910750" y="3222524"/>
            <a:ext cx="2340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3" type="title"/>
          </p:nvPr>
        </p:nvSpPr>
        <p:spPr>
          <a:xfrm>
            <a:off x="3979950" y="2434075"/>
            <a:ext cx="117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1" name="Google Shape;161;p23"/>
          <p:cNvSpPr txBox="1"/>
          <p:nvPr>
            <p:ph idx="4" type="subTitle"/>
          </p:nvPr>
        </p:nvSpPr>
        <p:spPr>
          <a:xfrm>
            <a:off x="3401550" y="3222524"/>
            <a:ext cx="2340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5" type="title"/>
          </p:nvPr>
        </p:nvSpPr>
        <p:spPr>
          <a:xfrm>
            <a:off x="6497025" y="2434063"/>
            <a:ext cx="117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3" name="Google Shape;163;p23"/>
          <p:cNvSpPr txBox="1"/>
          <p:nvPr>
            <p:ph idx="6" type="subTitle"/>
          </p:nvPr>
        </p:nvSpPr>
        <p:spPr>
          <a:xfrm>
            <a:off x="5892350" y="3222524"/>
            <a:ext cx="2340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23"/>
          <p:cNvGrpSpPr/>
          <p:nvPr/>
        </p:nvGrpSpPr>
        <p:grpSpPr>
          <a:xfrm flipH="1" rot="-4598586">
            <a:off x="7663860" y="-857524"/>
            <a:ext cx="3218231" cy="3168732"/>
            <a:chOff x="6304765" y="-973673"/>
            <a:chExt cx="2075552" cy="2043628"/>
          </a:xfrm>
        </p:grpSpPr>
        <p:sp>
          <p:nvSpPr>
            <p:cNvPr id="165" name="Google Shape;165;p23"/>
            <p:cNvSpPr/>
            <p:nvPr/>
          </p:nvSpPr>
          <p:spPr>
            <a:xfrm>
              <a:off x="6696987" y="-777024"/>
              <a:ext cx="1507513" cy="1315496"/>
            </a:xfrm>
            <a:custGeom>
              <a:rect b="b" l="l" r="r" t="t"/>
              <a:pathLst>
                <a:path extrusionOk="0" h="33138" w="37975">
                  <a:moveTo>
                    <a:pt x="18134" y="31908"/>
                  </a:moveTo>
                  <a:lnTo>
                    <a:pt x="17690" y="32070"/>
                  </a:lnTo>
                  <a:cubicBezTo>
                    <a:pt x="17837" y="32013"/>
                    <a:pt x="17985" y="31959"/>
                    <a:pt x="18134" y="31908"/>
                  </a:cubicBezTo>
                  <a:close/>
                  <a:moveTo>
                    <a:pt x="12968" y="1"/>
                  </a:moveTo>
                  <a:cubicBezTo>
                    <a:pt x="12156" y="1"/>
                    <a:pt x="11347" y="142"/>
                    <a:pt x="10582" y="436"/>
                  </a:cubicBezTo>
                  <a:cubicBezTo>
                    <a:pt x="7981" y="1437"/>
                    <a:pt x="6077" y="4196"/>
                    <a:pt x="6079" y="7081"/>
                  </a:cubicBezTo>
                  <a:cubicBezTo>
                    <a:pt x="6080" y="8987"/>
                    <a:pt x="6838" y="10816"/>
                    <a:pt x="6937" y="12719"/>
                  </a:cubicBezTo>
                  <a:cubicBezTo>
                    <a:pt x="7030" y="14509"/>
                    <a:pt x="6517" y="16330"/>
                    <a:pt x="5506" y="17786"/>
                  </a:cubicBezTo>
                  <a:cubicBezTo>
                    <a:pt x="4082" y="19833"/>
                    <a:pt x="1717" y="21188"/>
                    <a:pt x="857" y="23553"/>
                  </a:cubicBezTo>
                  <a:cubicBezTo>
                    <a:pt x="0" y="25908"/>
                    <a:pt x="986" y="28687"/>
                    <a:pt x="2784" y="30373"/>
                  </a:cubicBezTo>
                  <a:cubicBezTo>
                    <a:pt x="4582" y="32057"/>
                    <a:pt x="7035" y="32799"/>
                    <a:pt x="9444" y="33040"/>
                  </a:cubicBezTo>
                  <a:cubicBezTo>
                    <a:pt x="10089" y="33105"/>
                    <a:pt x="10737" y="33137"/>
                    <a:pt x="11386" y="33137"/>
                  </a:cubicBezTo>
                  <a:cubicBezTo>
                    <a:pt x="13931" y="33137"/>
                    <a:pt x="16477" y="32642"/>
                    <a:pt x="18848" y="31678"/>
                  </a:cubicBezTo>
                  <a:lnTo>
                    <a:pt x="18848" y="31678"/>
                  </a:lnTo>
                  <a:cubicBezTo>
                    <a:pt x="21591" y="30861"/>
                    <a:pt x="24502" y="30720"/>
                    <a:pt x="27328" y="30222"/>
                  </a:cubicBezTo>
                  <a:cubicBezTo>
                    <a:pt x="30555" y="29655"/>
                    <a:pt x="33912" y="28468"/>
                    <a:pt x="35905" y="25766"/>
                  </a:cubicBezTo>
                  <a:cubicBezTo>
                    <a:pt x="36960" y="24335"/>
                    <a:pt x="37549" y="22575"/>
                    <a:pt x="37800" y="20790"/>
                  </a:cubicBezTo>
                  <a:cubicBezTo>
                    <a:pt x="37936" y="19823"/>
                    <a:pt x="37975" y="18821"/>
                    <a:pt x="37712" y="17884"/>
                  </a:cubicBezTo>
                  <a:cubicBezTo>
                    <a:pt x="37184" y="15998"/>
                    <a:pt x="35522" y="14677"/>
                    <a:pt x="33777" y="13926"/>
                  </a:cubicBezTo>
                  <a:cubicBezTo>
                    <a:pt x="32034" y="13176"/>
                    <a:pt x="30144" y="12862"/>
                    <a:pt x="28368" y="12199"/>
                  </a:cubicBezTo>
                  <a:cubicBezTo>
                    <a:pt x="25461" y="11116"/>
                    <a:pt x="22888" y="9082"/>
                    <a:pt x="21108" y="6457"/>
                  </a:cubicBezTo>
                  <a:cubicBezTo>
                    <a:pt x="20157" y="5055"/>
                    <a:pt x="19418" y="3479"/>
                    <a:pt x="18256" y="2260"/>
                  </a:cubicBezTo>
                  <a:cubicBezTo>
                    <a:pt x="16879" y="812"/>
                    <a:pt x="14917" y="1"/>
                    <a:pt x="1296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rot="-8532340">
              <a:off x="6563577" y="-640838"/>
              <a:ext cx="1557928" cy="1377959"/>
            </a:xfrm>
            <a:custGeom>
              <a:rect b="b" l="l" r="r" t="t"/>
              <a:pathLst>
                <a:path extrusionOk="0" h="58198" w="65799">
                  <a:moveTo>
                    <a:pt x="22779" y="11174"/>
                  </a:moveTo>
                  <a:lnTo>
                    <a:pt x="22779" y="11174"/>
                  </a:lnTo>
                  <a:cubicBezTo>
                    <a:pt x="22591" y="11409"/>
                    <a:pt x="22398" y="11641"/>
                    <a:pt x="22202" y="11869"/>
                  </a:cubicBezTo>
                  <a:lnTo>
                    <a:pt x="22202" y="11869"/>
                  </a:lnTo>
                  <a:lnTo>
                    <a:pt x="22779" y="11174"/>
                  </a:lnTo>
                  <a:close/>
                  <a:moveTo>
                    <a:pt x="43918" y="0"/>
                  </a:moveTo>
                  <a:cubicBezTo>
                    <a:pt x="40722" y="0"/>
                    <a:pt x="37536" y="927"/>
                    <a:pt x="34632" y="2252"/>
                  </a:cubicBezTo>
                  <a:cubicBezTo>
                    <a:pt x="29427" y="4626"/>
                    <a:pt x="24831" y="8288"/>
                    <a:pt x="21325" y="12845"/>
                  </a:cubicBezTo>
                  <a:lnTo>
                    <a:pt x="21325" y="12845"/>
                  </a:lnTo>
                  <a:cubicBezTo>
                    <a:pt x="17831" y="16565"/>
                    <a:pt x="13474" y="19398"/>
                    <a:pt x="9567" y="22703"/>
                  </a:cubicBezTo>
                  <a:cubicBezTo>
                    <a:pt x="5095" y="26484"/>
                    <a:pt x="985" y="31338"/>
                    <a:pt x="341" y="37303"/>
                  </a:cubicBezTo>
                  <a:cubicBezTo>
                    <a:pt x="0" y="40462"/>
                    <a:pt x="676" y="43709"/>
                    <a:pt x="1895" y="46688"/>
                  </a:cubicBezTo>
                  <a:cubicBezTo>
                    <a:pt x="2554" y="48304"/>
                    <a:pt x="3396" y="49885"/>
                    <a:pt x="4646" y="51095"/>
                  </a:cubicBezTo>
                  <a:cubicBezTo>
                    <a:pt x="6665" y="53052"/>
                    <a:pt x="9486" y="53785"/>
                    <a:pt x="12264" y="53785"/>
                  </a:cubicBezTo>
                  <a:cubicBezTo>
                    <a:pt x="12944" y="53785"/>
                    <a:pt x="13621" y="53741"/>
                    <a:pt x="14283" y="53661"/>
                  </a:cubicBezTo>
                  <a:cubicBezTo>
                    <a:pt x="17651" y="53249"/>
                    <a:pt x="20850" y="52034"/>
                    <a:pt x="24189" y="51456"/>
                  </a:cubicBezTo>
                  <a:cubicBezTo>
                    <a:pt x="25663" y="51201"/>
                    <a:pt x="27163" y="51075"/>
                    <a:pt x="28666" y="51075"/>
                  </a:cubicBezTo>
                  <a:cubicBezTo>
                    <a:pt x="32731" y="51075"/>
                    <a:pt x="36830" y="51996"/>
                    <a:pt x="40561" y="53783"/>
                  </a:cubicBezTo>
                  <a:cubicBezTo>
                    <a:pt x="43292" y="55092"/>
                    <a:pt x="45851" y="56859"/>
                    <a:pt x="48742" y="57696"/>
                  </a:cubicBezTo>
                  <a:cubicBezTo>
                    <a:pt x="49906" y="58034"/>
                    <a:pt x="51109" y="58197"/>
                    <a:pt x="52307" y="58197"/>
                  </a:cubicBezTo>
                  <a:cubicBezTo>
                    <a:pt x="56106" y="58197"/>
                    <a:pt x="59862" y="56554"/>
                    <a:pt x="62229" y="53601"/>
                  </a:cubicBezTo>
                  <a:cubicBezTo>
                    <a:pt x="65344" y="49715"/>
                    <a:pt x="65799" y="43740"/>
                    <a:pt x="63197" y="39291"/>
                  </a:cubicBezTo>
                  <a:cubicBezTo>
                    <a:pt x="61478" y="36350"/>
                    <a:pt x="58665" y="34208"/>
                    <a:pt x="56797" y="31360"/>
                  </a:cubicBezTo>
                  <a:cubicBezTo>
                    <a:pt x="55040" y="28679"/>
                    <a:pt x="54196" y="25407"/>
                    <a:pt x="54446" y="22253"/>
                  </a:cubicBezTo>
                  <a:cubicBezTo>
                    <a:pt x="54798" y="17810"/>
                    <a:pt x="57229" y="13587"/>
                    <a:pt x="56428" y="9164"/>
                  </a:cubicBezTo>
                  <a:cubicBezTo>
                    <a:pt x="55629" y="4758"/>
                    <a:pt x="51605" y="1355"/>
                    <a:pt x="47313" y="374"/>
                  </a:cubicBezTo>
                  <a:cubicBezTo>
                    <a:pt x="46188" y="117"/>
                    <a:pt x="45052" y="0"/>
                    <a:pt x="43918" y="0"/>
                  </a:cubicBezTo>
                  <a:close/>
                </a:path>
              </a:pathLst>
            </a:custGeom>
            <a:gradFill>
              <a:gsLst>
                <a:gs pos="0">
                  <a:srgbClr val="00D1F9"/>
                </a:gs>
                <a:gs pos="100000">
                  <a:srgbClr val="6846FF">
                    <a:alpha val="40784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7" name="Google Shape;16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072161" y="778759"/>
            <a:ext cx="1055431" cy="149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37" y="4016772"/>
            <a:ext cx="842350" cy="8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9153" y="223951"/>
            <a:ext cx="361565" cy="36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0450" y="4704050"/>
            <a:ext cx="261075" cy="2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25" y="4568550"/>
            <a:ext cx="396275" cy="3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>
            <p:ph idx="7" type="title"/>
          </p:nvPr>
        </p:nvSpPr>
        <p:spPr>
          <a:xfrm>
            <a:off x="913013" y="16355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23"/>
          <p:cNvSpPr txBox="1"/>
          <p:nvPr>
            <p:ph idx="8" type="title"/>
          </p:nvPr>
        </p:nvSpPr>
        <p:spPr>
          <a:xfrm>
            <a:off x="3403800" y="16355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4" name="Google Shape;174;p23"/>
          <p:cNvSpPr txBox="1"/>
          <p:nvPr>
            <p:ph idx="9" type="title"/>
          </p:nvPr>
        </p:nvSpPr>
        <p:spPr>
          <a:xfrm>
            <a:off x="5894588" y="163551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2" type="title"/>
          </p:nvPr>
        </p:nvSpPr>
        <p:spPr>
          <a:xfrm>
            <a:off x="720000" y="193050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8" name="Google Shape;178;p24"/>
          <p:cNvSpPr txBox="1"/>
          <p:nvPr>
            <p:ph idx="1" type="subTitle"/>
          </p:nvPr>
        </p:nvSpPr>
        <p:spPr>
          <a:xfrm>
            <a:off x="720000" y="23408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3" type="title"/>
          </p:nvPr>
        </p:nvSpPr>
        <p:spPr>
          <a:xfrm>
            <a:off x="3419269" y="193050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24"/>
          <p:cNvSpPr txBox="1"/>
          <p:nvPr>
            <p:ph idx="4" type="subTitle"/>
          </p:nvPr>
        </p:nvSpPr>
        <p:spPr>
          <a:xfrm>
            <a:off x="3419271" y="23408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5" type="title"/>
          </p:nvPr>
        </p:nvSpPr>
        <p:spPr>
          <a:xfrm>
            <a:off x="720000" y="36689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2" name="Google Shape;182;p24"/>
          <p:cNvSpPr txBox="1"/>
          <p:nvPr>
            <p:ph idx="6" type="subTitle"/>
          </p:nvPr>
        </p:nvSpPr>
        <p:spPr>
          <a:xfrm>
            <a:off x="720000" y="4081725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7" type="title"/>
          </p:nvPr>
        </p:nvSpPr>
        <p:spPr>
          <a:xfrm>
            <a:off x="3419269" y="36689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4" name="Google Shape;184;p24"/>
          <p:cNvSpPr txBox="1"/>
          <p:nvPr>
            <p:ph idx="8" type="subTitle"/>
          </p:nvPr>
        </p:nvSpPr>
        <p:spPr>
          <a:xfrm>
            <a:off x="3419271" y="4081725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9" type="title"/>
          </p:nvPr>
        </p:nvSpPr>
        <p:spPr>
          <a:xfrm>
            <a:off x="6118545" y="193050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6" name="Google Shape;186;p24"/>
          <p:cNvSpPr txBox="1"/>
          <p:nvPr>
            <p:ph idx="13" type="subTitle"/>
          </p:nvPr>
        </p:nvSpPr>
        <p:spPr>
          <a:xfrm>
            <a:off x="6118550" y="23408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4" type="title"/>
          </p:nvPr>
        </p:nvSpPr>
        <p:spPr>
          <a:xfrm>
            <a:off x="6118545" y="36689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8" name="Google Shape;188;p24"/>
          <p:cNvSpPr txBox="1"/>
          <p:nvPr>
            <p:ph idx="15" type="subTitle"/>
          </p:nvPr>
        </p:nvSpPr>
        <p:spPr>
          <a:xfrm>
            <a:off x="6118550" y="4081725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9" name="Google Shape;18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176" y="2952793"/>
            <a:ext cx="378525" cy="379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2150" y="4788075"/>
            <a:ext cx="176225" cy="1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78248" y="286901"/>
            <a:ext cx="259425" cy="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172" y="673611"/>
            <a:ext cx="610080" cy="6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4727" y="286896"/>
            <a:ext cx="953775" cy="10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5493679" y="4037498"/>
            <a:ext cx="28407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5"/>
          <p:cNvSpPr txBox="1"/>
          <p:nvPr>
            <p:ph idx="2" type="subTitle"/>
          </p:nvPr>
        </p:nvSpPr>
        <p:spPr>
          <a:xfrm>
            <a:off x="5483151" y="2422550"/>
            <a:ext cx="2841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hasCustomPrompt="1" type="title"/>
          </p:nvPr>
        </p:nvSpPr>
        <p:spPr>
          <a:xfrm>
            <a:off x="5492661" y="3160588"/>
            <a:ext cx="25695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8" name="Google Shape;198;p25"/>
          <p:cNvSpPr txBox="1"/>
          <p:nvPr>
            <p:ph hasCustomPrompt="1" idx="3" type="title"/>
          </p:nvPr>
        </p:nvSpPr>
        <p:spPr>
          <a:xfrm>
            <a:off x="5483138" y="1545650"/>
            <a:ext cx="25704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9" name="Google Shape;199;p25"/>
          <p:cNvSpPr txBox="1"/>
          <p:nvPr>
            <p:ph idx="4"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pic>
        <p:nvPicPr>
          <p:cNvPr id="200" name="Google Shape;20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3446" y="4519542"/>
            <a:ext cx="339575" cy="3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/>
        </p:nvSpPr>
        <p:spPr>
          <a:xfrm>
            <a:off x="720001" y="3627388"/>
            <a:ext cx="35853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,</a:t>
            </a:r>
            <a:r>
              <a:rPr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,</a:t>
            </a:r>
            <a:r>
              <a:rPr lang="en" sz="11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03" name="Google Shape;203;p26"/>
          <p:cNvSpPr txBox="1"/>
          <p:nvPr>
            <p:ph type="ctrTitle"/>
          </p:nvPr>
        </p:nvSpPr>
        <p:spPr>
          <a:xfrm>
            <a:off x="720000" y="540000"/>
            <a:ext cx="40197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720000" y="2239913"/>
            <a:ext cx="3785400" cy="11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6"/>
          <p:cNvSpPr txBox="1"/>
          <p:nvPr>
            <p:ph idx="2" type="subTitle"/>
          </p:nvPr>
        </p:nvSpPr>
        <p:spPr>
          <a:xfrm rot="-962">
            <a:off x="720001" y="43280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6" name="Google Shape;2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6791" y="3700400"/>
            <a:ext cx="373291" cy="37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6955" y="4499049"/>
            <a:ext cx="208450" cy="20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7"/>
          <p:cNvGrpSpPr/>
          <p:nvPr/>
        </p:nvGrpSpPr>
        <p:grpSpPr>
          <a:xfrm flipH="1" rot="-3747018">
            <a:off x="7618094" y="-412427"/>
            <a:ext cx="3527182" cy="3472930"/>
            <a:chOff x="6304765" y="-973673"/>
            <a:chExt cx="2075552" cy="2043628"/>
          </a:xfrm>
        </p:grpSpPr>
        <p:sp>
          <p:nvSpPr>
            <p:cNvPr id="210" name="Google Shape;210;p27"/>
            <p:cNvSpPr/>
            <p:nvPr/>
          </p:nvSpPr>
          <p:spPr>
            <a:xfrm>
              <a:off x="6696987" y="-777024"/>
              <a:ext cx="1507513" cy="1315496"/>
            </a:xfrm>
            <a:custGeom>
              <a:rect b="b" l="l" r="r" t="t"/>
              <a:pathLst>
                <a:path extrusionOk="0" h="33138" w="37975">
                  <a:moveTo>
                    <a:pt x="18134" y="31908"/>
                  </a:moveTo>
                  <a:lnTo>
                    <a:pt x="17690" y="32070"/>
                  </a:lnTo>
                  <a:cubicBezTo>
                    <a:pt x="17837" y="32013"/>
                    <a:pt x="17985" y="31959"/>
                    <a:pt x="18134" y="31908"/>
                  </a:cubicBezTo>
                  <a:close/>
                  <a:moveTo>
                    <a:pt x="12968" y="1"/>
                  </a:moveTo>
                  <a:cubicBezTo>
                    <a:pt x="12156" y="1"/>
                    <a:pt x="11347" y="142"/>
                    <a:pt x="10582" y="436"/>
                  </a:cubicBezTo>
                  <a:cubicBezTo>
                    <a:pt x="7981" y="1437"/>
                    <a:pt x="6077" y="4196"/>
                    <a:pt x="6079" y="7081"/>
                  </a:cubicBezTo>
                  <a:cubicBezTo>
                    <a:pt x="6080" y="8987"/>
                    <a:pt x="6838" y="10816"/>
                    <a:pt x="6937" y="12719"/>
                  </a:cubicBezTo>
                  <a:cubicBezTo>
                    <a:pt x="7030" y="14509"/>
                    <a:pt x="6517" y="16330"/>
                    <a:pt x="5506" y="17786"/>
                  </a:cubicBezTo>
                  <a:cubicBezTo>
                    <a:pt x="4082" y="19833"/>
                    <a:pt x="1717" y="21188"/>
                    <a:pt x="857" y="23553"/>
                  </a:cubicBezTo>
                  <a:cubicBezTo>
                    <a:pt x="0" y="25908"/>
                    <a:pt x="986" y="28687"/>
                    <a:pt x="2784" y="30373"/>
                  </a:cubicBezTo>
                  <a:cubicBezTo>
                    <a:pt x="4582" y="32057"/>
                    <a:pt x="7035" y="32799"/>
                    <a:pt x="9444" y="33040"/>
                  </a:cubicBezTo>
                  <a:cubicBezTo>
                    <a:pt x="10089" y="33105"/>
                    <a:pt x="10737" y="33137"/>
                    <a:pt x="11386" y="33137"/>
                  </a:cubicBezTo>
                  <a:cubicBezTo>
                    <a:pt x="13931" y="33137"/>
                    <a:pt x="16477" y="32642"/>
                    <a:pt x="18848" y="31678"/>
                  </a:cubicBezTo>
                  <a:lnTo>
                    <a:pt x="18848" y="31678"/>
                  </a:lnTo>
                  <a:cubicBezTo>
                    <a:pt x="21591" y="30861"/>
                    <a:pt x="24502" y="30720"/>
                    <a:pt x="27328" y="30222"/>
                  </a:cubicBezTo>
                  <a:cubicBezTo>
                    <a:pt x="30555" y="29655"/>
                    <a:pt x="33912" y="28468"/>
                    <a:pt x="35905" y="25766"/>
                  </a:cubicBezTo>
                  <a:cubicBezTo>
                    <a:pt x="36960" y="24335"/>
                    <a:pt x="37549" y="22575"/>
                    <a:pt x="37800" y="20790"/>
                  </a:cubicBezTo>
                  <a:cubicBezTo>
                    <a:pt x="37936" y="19823"/>
                    <a:pt x="37975" y="18821"/>
                    <a:pt x="37712" y="17884"/>
                  </a:cubicBezTo>
                  <a:cubicBezTo>
                    <a:pt x="37184" y="15998"/>
                    <a:pt x="35522" y="14677"/>
                    <a:pt x="33777" y="13926"/>
                  </a:cubicBezTo>
                  <a:cubicBezTo>
                    <a:pt x="32034" y="13176"/>
                    <a:pt x="30144" y="12862"/>
                    <a:pt x="28368" y="12199"/>
                  </a:cubicBezTo>
                  <a:cubicBezTo>
                    <a:pt x="25461" y="11116"/>
                    <a:pt x="22888" y="9082"/>
                    <a:pt x="21108" y="6457"/>
                  </a:cubicBezTo>
                  <a:cubicBezTo>
                    <a:pt x="20157" y="5055"/>
                    <a:pt x="19418" y="3479"/>
                    <a:pt x="18256" y="2260"/>
                  </a:cubicBezTo>
                  <a:cubicBezTo>
                    <a:pt x="16879" y="812"/>
                    <a:pt x="14917" y="1"/>
                    <a:pt x="1296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 rot="-8532340">
              <a:off x="6563577" y="-640838"/>
              <a:ext cx="1557928" cy="1377959"/>
            </a:xfrm>
            <a:custGeom>
              <a:rect b="b" l="l" r="r" t="t"/>
              <a:pathLst>
                <a:path extrusionOk="0" h="58198" w="65799">
                  <a:moveTo>
                    <a:pt x="22779" y="11174"/>
                  </a:moveTo>
                  <a:lnTo>
                    <a:pt x="22779" y="11174"/>
                  </a:lnTo>
                  <a:cubicBezTo>
                    <a:pt x="22591" y="11409"/>
                    <a:pt x="22398" y="11641"/>
                    <a:pt x="22202" y="11869"/>
                  </a:cubicBezTo>
                  <a:lnTo>
                    <a:pt x="22202" y="11869"/>
                  </a:lnTo>
                  <a:lnTo>
                    <a:pt x="22779" y="11174"/>
                  </a:lnTo>
                  <a:close/>
                  <a:moveTo>
                    <a:pt x="43918" y="0"/>
                  </a:moveTo>
                  <a:cubicBezTo>
                    <a:pt x="40722" y="0"/>
                    <a:pt x="37536" y="927"/>
                    <a:pt x="34632" y="2252"/>
                  </a:cubicBezTo>
                  <a:cubicBezTo>
                    <a:pt x="29427" y="4626"/>
                    <a:pt x="24831" y="8288"/>
                    <a:pt x="21325" y="12845"/>
                  </a:cubicBezTo>
                  <a:lnTo>
                    <a:pt x="21325" y="12845"/>
                  </a:lnTo>
                  <a:cubicBezTo>
                    <a:pt x="17831" y="16565"/>
                    <a:pt x="13474" y="19398"/>
                    <a:pt x="9567" y="22703"/>
                  </a:cubicBezTo>
                  <a:cubicBezTo>
                    <a:pt x="5095" y="26484"/>
                    <a:pt x="985" y="31338"/>
                    <a:pt x="341" y="37303"/>
                  </a:cubicBezTo>
                  <a:cubicBezTo>
                    <a:pt x="0" y="40462"/>
                    <a:pt x="676" y="43709"/>
                    <a:pt x="1895" y="46688"/>
                  </a:cubicBezTo>
                  <a:cubicBezTo>
                    <a:pt x="2554" y="48304"/>
                    <a:pt x="3396" y="49885"/>
                    <a:pt x="4646" y="51095"/>
                  </a:cubicBezTo>
                  <a:cubicBezTo>
                    <a:pt x="6665" y="53052"/>
                    <a:pt x="9486" y="53785"/>
                    <a:pt x="12264" y="53785"/>
                  </a:cubicBezTo>
                  <a:cubicBezTo>
                    <a:pt x="12944" y="53785"/>
                    <a:pt x="13621" y="53741"/>
                    <a:pt x="14283" y="53661"/>
                  </a:cubicBezTo>
                  <a:cubicBezTo>
                    <a:pt x="17651" y="53249"/>
                    <a:pt x="20850" y="52034"/>
                    <a:pt x="24189" y="51456"/>
                  </a:cubicBezTo>
                  <a:cubicBezTo>
                    <a:pt x="25663" y="51201"/>
                    <a:pt x="27163" y="51075"/>
                    <a:pt x="28666" y="51075"/>
                  </a:cubicBezTo>
                  <a:cubicBezTo>
                    <a:pt x="32731" y="51075"/>
                    <a:pt x="36830" y="51996"/>
                    <a:pt x="40561" y="53783"/>
                  </a:cubicBezTo>
                  <a:cubicBezTo>
                    <a:pt x="43292" y="55092"/>
                    <a:pt x="45851" y="56859"/>
                    <a:pt x="48742" y="57696"/>
                  </a:cubicBezTo>
                  <a:cubicBezTo>
                    <a:pt x="49906" y="58034"/>
                    <a:pt x="51109" y="58197"/>
                    <a:pt x="52307" y="58197"/>
                  </a:cubicBezTo>
                  <a:cubicBezTo>
                    <a:pt x="56106" y="58197"/>
                    <a:pt x="59862" y="56554"/>
                    <a:pt x="62229" y="53601"/>
                  </a:cubicBezTo>
                  <a:cubicBezTo>
                    <a:pt x="65344" y="49715"/>
                    <a:pt x="65799" y="43740"/>
                    <a:pt x="63197" y="39291"/>
                  </a:cubicBezTo>
                  <a:cubicBezTo>
                    <a:pt x="61478" y="36350"/>
                    <a:pt x="58665" y="34208"/>
                    <a:pt x="56797" y="31360"/>
                  </a:cubicBezTo>
                  <a:cubicBezTo>
                    <a:pt x="55040" y="28679"/>
                    <a:pt x="54196" y="25407"/>
                    <a:pt x="54446" y="22253"/>
                  </a:cubicBezTo>
                  <a:cubicBezTo>
                    <a:pt x="54798" y="17810"/>
                    <a:pt x="57229" y="13587"/>
                    <a:pt x="56428" y="9164"/>
                  </a:cubicBezTo>
                  <a:cubicBezTo>
                    <a:pt x="55629" y="4758"/>
                    <a:pt x="51605" y="1355"/>
                    <a:pt x="47313" y="374"/>
                  </a:cubicBezTo>
                  <a:cubicBezTo>
                    <a:pt x="46188" y="117"/>
                    <a:pt x="45052" y="0"/>
                    <a:pt x="43918" y="0"/>
                  </a:cubicBezTo>
                  <a:close/>
                </a:path>
              </a:pathLst>
            </a:custGeom>
            <a:gradFill>
              <a:gsLst>
                <a:gs pos="0">
                  <a:srgbClr val="00D1F9"/>
                </a:gs>
                <a:gs pos="100000">
                  <a:srgbClr val="6846FF">
                    <a:alpha val="40784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2" name="Google Shape;21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845615" y="1276289"/>
            <a:ext cx="1156750" cy="1643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37" y="3822772"/>
            <a:ext cx="842350" cy="8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9775" y="439975"/>
            <a:ext cx="396275" cy="3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2975" y="3352800"/>
            <a:ext cx="261075" cy="2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825" y="4374550"/>
            <a:ext cx="396275" cy="3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873" y="822076"/>
            <a:ext cx="360321" cy="36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50" y="3977509"/>
            <a:ext cx="840375" cy="84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89281" y="425700"/>
            <a:ext cx="228109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Russo One"/>
              <a:buNone/>
              <a:defRPr b="1" sz="32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/>
          <p:nvPr/>
        </p:nvSpPr>
        <p:spPr>
          <a:xfrm rot="-8916899">
            <a:off x="5146796" y="1568314"/>
            <a:ext cx="3380372" cy="2989877"/>
          </a:xfrm>
          <a:custGeom>
            <a:rect b="b" l="l" r="r" t="t"/>
            <a:pathLst>
              <a:path extrusionOk="0" h="58198" w="65799">
                <a:moveTo>
                  <a:pt x="22779" y="11174"/>
                </a:moveTo>
                <a:lnTo>
                  <a:pt x="22779" y="11174"/>
                </a:lnTo>
                <a:cubicBezTo>
                  <a:pt x="22591" y="11409"/>
                  <a:pt x="22398" y="11641"/>
                  <a:pt x="22202" y="11869"/>
                </a:cubicBezTo>
                <a:lnTo>
                  <a:pt x="22202" y="11869"/>
                </a:lnTo>
                <a:lnTo>
                  <a:pt x="22779" y="11174"/>
                </a:lnTo>
                <a:close/>
                <a:moveTo>
                  <a:pt x="43918" y="0"/>
                </a:moveTo>
                <a:cubicBezTo>
                  <a:pt x="40722" y="0"/>
                  <a:pt x="37536" y="927"/>
                  <a:pt x="34632" y="2252"/>
                </a:cubicBezTo>
                <a:cubicBezTo>
                  <a:pt x="29427" y="4626"/>
                  <a:pt x="24831" y="8288"/>
                  <a:pt x="21325" y="12845"/>
                </a:cubicBezTo>
                <a:lnTo>
                  <a:pt x="21325" y="12845"/>
                </a:lnTo>
                <a:cubicBezTo>
                  <a:pt x="17831" y="16565"/>
                  <a:pt x="13474" y="19398"/>
                  <a:pt x="9567" y="22703"/>
                </a:cubicBezTo>
                <a:cubicBezTo>
                  <a:pt x="5095" y="26484"/>
                  <a:pt x="985" y="31338"/>
                  <a:pt x="341" y="37303"/>
                </a:cubicBezTo>
                <a:cubicBezTo>
                  <a:pt x="0" y="40462"/>
                  <a:pt x="676" y="43709"/>
                  <a:pt x="1895" y="46688"/>
                </a:cubicBezTo>
                <a:cubicBezTo>
                  <a:pt x="2554" y="48304"/>
                  <a:pt x="3396" y="49885"/>
                  <a:pt x="4646" y="51095"/>
                </a:cubicBezTo>
                <a:cubicBezTo>
                  <a:pt x="6665" y="53052"/>
                  <a:pt x="9486" y="53785"/>
                  <a:pt x="12264" y="53785"/>
                </a:cubicBezTo>
                <a:cubicBezTo>
                  <a:pt x="12944" y="53785"/>
                  <a:pt x="13621" y="53741"/>
                  <a:pt x="14283" y="53661"/>
                </a:cubicBezTo>
                <a:cubicBezTo>
                  <a:pt x="17651" y="53249"/>
                  <a:pt x="20850" y="52034"/>
                  <a:pt x="24189" y="51456"/>
                </a:cubicBezTo>
                <a:cubicBezTo>
                  <a:pt x="25663" y="51201"/>
                  <a:pt x="27163" y="51075"/>
                  <a:pt x="28666" y="51075"/>
                </a:cubicBezTo>
                <a:cubicBezTo>
                  <a:pt x="32731" y="51075"/>
                  <a:pt x="36830" y="51996"/>
                  <a:pt x="40561" y="53783"/>
                </a:cubicBezTo>
                <a:cubicBezTo>
                  <a:pt x="43292" y="55092"/>
                  <a:pt x="45851" y="56859"/>
                  <a:pt x="48742" y="57696"/>
                </a:cubicBezTo>
                <a:cubicBezTo>
                  <a:pt x="49906" y="58034"/>
                  <a:pt x="51109" y="58197"/>
                  <a:pt x="52307" y="58197"/>
                </a:cubicBezTo>
                <a:cubicBezTo>
                  <a:pt x="56106" y="58197"/>
                  <a:pt x="59862" y="56554"/>
                  <a:pt x="62229" y="53601"/>
                </a:cubicBezTo>
                <a:cubicBezTo>
                  <a:pt x="65344" y="49715"/>
                  <a:pt x="65799" y="43740"/>
                  <a:pt x="63197" y="39291"/>
                </a:cubicBezTo>
                <a:cubicBezTo>
                  <a:pt x="61478" y="36350"/>
                  <a:pt x="58665" y="34208"/>
                  <a:pt x="56797" y="31360"/>
                </a:cubicBezTo>
                <a:cubicBezTo>
                  <a:pt x="55040" y="28679"/>
                  <a:pt x="54196" y="25407"/>
                  <a:pt x="54446" y="22253"/>
                </a:cubicBezTo>
                <a:cubicBezTo>
                  <a:pt x="54798" y="17810"/>
                  <a:pt x="57229" y="13587"/>
                  <a:pt x="56428" y="9164"/>
                </a:cubicBezTo>
                <a:cubicBezTo>
                  <a:pt x="55629" y="4758"/>
                  <a:pt x="51605" y="1355"/>
                  <a:pt x="47313" y="374"/>
                </a:cubicBezTo>
                <a:cubicBezTo>
                  <a:pt x="46188" y="117"/>
                  <a:pt x="45052" y="0"/>
                  <a:pt x="43918" y="0"/>
                </a:cubicBezTo>
                <a:close/>
              </a:path>
            </a:pathLst>
          </a:custGeom>
          <a:gradFill>
            <a:gsLst>
              <a:gs pos="0">
                <a:srgbClr val="00D1F9"/>
              </a:gs>
              <a:gs pos="100000">
                <a:srgbClr val="6846FF">
                  <a:alpha val="4078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89757">
            <a:off x="5448896" y="617721"/>
            <a:ext cx="3176629" cy="401041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/>
          <p:nvPr/>
        </p:nvSpPr>
        <p:spPr>
          <a:xfrm>
            <a:off x="767775" y="2361925"/>
            <a:ext cx="3762300" cy="522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>
            <p:ph idx="1" type="subTitle"/>
          </p:nvPr>
        </p:nvSpPr>
        <p:spPr>
          <a:xfrm rot="-298">
            <a:off x="920175" y="2362082"/>
            <a:ext cx="3457500" cy="5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Innovative Project</a:t>
            </a:r>
            <a:endParaRPr/>
          </a:p>
        </p:txBody>
      </p:sp>
      <p:sp>
        <p:nvSpPr>
          <p:cNvPr id="229" name="Google Shape;229;p29"/>
          <p:cNvSpPr txBox="1"/>
          <p:nvPr>
            <p:ph type="ctrTitle"/>
          </p:nvPr>
        </p:nvSpPr>
        <p:spPr>
          <a:xfrm>
            <a:off x="741725" y="761063"/>
            <a:ext cx="5729100" cy="22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700"/>
              <a:t>Slime Fall </a:t>
            </a:r>
            <a:endParaRPr sz="4600"/>
          </a:p>
        </p:txBody>
      </p:sp>
      <p:sp>
        <p:nvSpPr>
          <p:cNvPr id="230" name="Google Shape;230;p29"/>
          <p:cNvSpPr txBox="1"/>
          <p:nvPr/>
        </p:nvSpPr>
        <p:spPr>
          <a:xfrm>
            <a:off x="4430425" y="4460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ABeeZee"/>
                <a:ea typeface="ABeeZee"/>
                <a:cs typeface="ABeeZee"/>
                <a:sym typeface="ABeeZee"/>
              </a:rPr>
              <a:t>Developer/Student:</a:t>
            </a:r>
            <a:br>
              <a:rPr b="1" lang="en" sz="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</a:br>
            <a:r>
              <a:rPr b="1" lang="en" sz="10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Sven De Schagt</a:t>
            </a:r>
            <a:endParaRPr sz="1500">
              <a:solidFill>
                <a:srgbClr val="000000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6577550" y="4460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ABeeZee"/>
                <a:ea typeface="ABeeZee"/>
                <a:cs typeface="ABeeZee"/>
                <a:sym typeface="ABeeZee"/>
              </a:rPr>
              <a:t>Presentation Date</a:t>
            </a:r>
            <a:r>
              <a:rPr b="1" lang="en" sz="800">
                <a:latin typeface="ABeeZee"/>
                <a:ea typeface="ABeeZee"/>
                <a:cs typeface="ABeeZee"/>
                <a:sym typeface="ABeeZee"/>
              </a:rPr>
              <a:t>:</a:t>
            </a:r>
            <a:br>
              <a:rPr b="1" lang="en" sz="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</a:br>
            <a:r>
              <a:rPr b="1" lang="en" sz="1000">
                <a:latin typeface="ABeeZee"/>
                <a:ea typeface="ABeeZee"/>
                <a:cs typeface="ABeeZee"/>
                <a:sym typeface="ABeeZee"/>
              </a:rPr>
              <a:t>17/12/2024</a:t>
            </a:r>
            <a:endParaRPr sz="1500">
              <a:solidFill>
                <a:srgbClr val="000000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200" y="875413"/>
            <a:ext cx="3392675" cy="3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3575" y="3711875"/>
            <a:ext cx="658899" cy="676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2129275" y="1294763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 txBox="1"/>
          <p:nvPr>
            <p:ph idx="4294967295" type="title"/>
          </p:nvPr>
        </p:nvSpPr>
        <p:spPr>
          <a:xfrm>
            <a:off x="1203475" y="1931975"/>
            <a:ext cx="2542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Wat is Slime Fall</a:t>
            </a:r>
            <a:endParaRPr sz="2000"/>
          </a:p>
        </p:txBody>
      </p:sp>
      <p:sp>
        <p:nvSpPr>
          <p:cNvPr id="240" name="Google Shape;240;p30"/>
          <p:cNvSpPr txBox="1"/>
          <p:nvPr>
            <p:ph idx="4294967295" type="subTitle"/>
          </p:nvPr>
        </p:nvSpPr>
        <p:spPr>
          <a:xfrm>
            <a:off x="1279678" y="2458488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Een beschrijving over het project en applicatie.</a:t>
            </a:r>
            <a:endParaRPr/>
          </a:p>
        </p:txBody>
      </p:sp>
      <p:sp>
        <p:nvSpPr>
          <p:cNvPr id="241" name="Google Shape;241;p30"/>
          <p:cNvSpPr txBox="1"/>
          <p:nvPr>
            <p:ph idx="4294967295" type="title"/>
          </p:nvPr>
        </p:nvSpPr>
        <p:spPr>
          <a:xfrm>
            <a:off x="1660665" y="398637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Inspiratie</a:t>
            </a:r>
            <a:endParaRPr sz="2000"/>
          </a:p>
        </p:txBody>
      </p:sp>
      <p:sp>
        <p:nvSpPr>
          <p:cNvPr id="242" name="Google Shape;242;p30"/>
          <p:cNvSpPr txBox="1"/>
          <p:nvPr>
            <p:ph idx="4294967295" type="subTitle"/>
          </p:nvPr>
        </p:nvSpPr>
        <p:spPr>
          <a:xfrm>
            <a:off x="1203465" y="4512900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Waarom gekozen voor dit project?</a:t>
            </a:r>
            <a:endParaRPr/>
          </a:p>
        </p:txBody>
      </p:sp>
      <p:sp>
        <p:nvSpPr>
          <p:cNvPr id="243" name="Google Shape;243;p30"/>
          <p:cNvSpPr txBox="1"/>
          <p:nvPr>
            <p:ph idx="4294967295" type="title"/>
          </p:nvPr>
        </p:nvSpPr>
        <p:spPr>
          <a:xfrm>
            <a:off x="5546978" y="3986377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Features</a:t>
            </a:r>
            <a:endParaRPr sz="2000"/>
          </a:p>
        </p:txBody>
      </p:sp>
      <p:sp>
        <p:nvSpPr>
          <p:cNvPr id="244" name="Google Shape;244;p30"/>
          <p:cNvSpPr txBox="1"/>
          <p:nvPr>
            <p:ph idx="4294967295" type="subTitle"/>
          </p:nvPr>
        </p:nvSpPr>
        <p:spPr>
          <a:xfrm>
            <a:off x="5546978" y="4512900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 mogelijkheden van de app.</a:t>
            </a:r>
            <a:endParaRPr/>
          </a:p>
        </p:txBody>
      </p:sp>
      <p:sp>
        <p:nvSpPr>
          <p:cNvPr id="245" name="Google Shape;245;p30"/>
          <p:cNvSpPr txBox="1"/>
          <p:nvPr>
            <p:ph idx="4294967295" type="title"/>
          </p:nvPr>
        </p:nvSpPr>
        <p:spPr>
          <a:xfrm>
            <a:off x="5623178" y="193196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Building blocks</a:t>
            </a:r>
            <a:endParaRPr sz="2000"/>
          </a:p>
        </p:txBody>
      </p:sp>
      <p:sp>
        <p:nvSpPr>
          <p:cNvPr id="246" name="Google Shape;246;p30"/>
          <p:cNvSpPr txBox="1"/>
          <p:nvPr>
            <p:ph idx="4294967295" type="subTitle"/>
          </p:nvPr>
        </p:nvSpPr>
        <p:spPr>
          <a:xfrm>
            <a:off x="5546978" y="2458488"/>
            <a:ext cx="2336400" cy="3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 gekozen tools die gebruikt werden.</a:t>
            </a:r>
            <a:endParaRPr/>
          </a:p>
        </p:txBody>
      </p:sp>
      <p:sp>
        <p:nvSpPr>
          <p:cNvPr id="247" name="Google Shape;247;p30"/>
          <p:cNvSpPr txBox="1"/>
          <p:nvPr>
            <p:ph idx="4294967295" type="title"/>
          </p:nvPr>
        </p:nvSpPr>
        <p:spPr>
          <a:xfrm rot="1619">
            <a:off x="2205474" y="1316737"/>
            <a:ext cx="637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01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48" name="Google Shape;248;p30"/>
          <p:cNvSpPr txBox="1"/>
          <p:nvPr>
            <p:ph idx="4294967295" type="title"/>
          </p:nvPr>
        </p:nvSpPr>
        <p:spPr>
          <a:xfrm>
            <a:off x="262800" y="159000"/>
            <a:ext cx="7704000" cy="5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Table of contents</a:t>
            </a:r>
            <a:endParaRPr sz="5500"/>
          </a:p>
        </p:txBody>
      </p:sp>
      <p:sp>
        <p:nvSpPr>
          <p:cNvPr id="249" name="Google Shape;249;p30"/>
          <p:cNvSpPr/>
          <p:nvPr/>
        </p:nvSpPr>
        <p:spPr>
          <a:xfrm>
            <a:off x="2129275" y="3349163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6396575" y="1294787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6396575" y="3349163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 txBox="1"/>
          <p:nvPr>
            <p:ph idx="4294967295" type="title"/>
          </p:nvPr>
        </p:nvSpPr>
        <p:spPr>
          <a:xfrm rot="1611">
            <a:off x="6425069" y="3386548"/>
            <a:ext cx="640200" cy="59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04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53" name="Google Shape;253;p30"/>
          <p:cNvSpPr txBox="1"/>
          <p:nvPr>
            <p:ph idx="4294967295" type="title"/>
          </p:nvPr>
        </p:nvSpPr>
        <p:spPr>
          <a:xfrm>
            <a:off x="2154631" y="3386697"/>
            <a:ext cx="640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02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54" name="Google Shape;254;p30"/>
          <p:cNvSpPr txBox="1"/>
          <p:nvPr>
            <p:ph idx="4294967295" type="title"/>
          </p:nvPr>
        </p:nvSpPr>
        <p:spPr>
          <a:xfrm rot="1611">
            <a:off x="6425081" y="1316830"/>
            <a:ext cx="640200" cy="5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03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255" name="Google Shape;255;p30"/>
          <p:cNvSpPr txBox="1"/>
          <p:nvPr>
            <p:ph idx="4294967295" type="title"/>
          </p:nvPr>
        </p:nvSpPr>
        <p:spPr>
          <a:xfrm>
            <a:off x="3413328" y="3299015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Demo</a:t>
            </a:r>
            <a:endParaRPr sz="2000"/>
          </a:p>
        </p:txBody>
      </p:sp>
      <p:sp>
        <p:nvSpPr>
          <p:cNvPr id="256" name="Google Shape;256;p30"/>
          <p:cNvSpPr/>
          <p:nvPr/>
        </p:nvSpPr>
        <p:spPr>
          <a:xfrm>
            <a:off x="4262925" y="2738037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0"/>
          <p:cNvSpPr txBox="1"/>
          <p:nvPr>
            <p:ph idx="4294967295" type="title"/>
          </p:nvPr>
        </p:nvSpPr>
        <p:spPr>
          <a:xfrm rot="1611">
            <a:off x="4275681" y="2760080"/>
            <a:ext cx="640200" cy="5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05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83472">
            <a:off x="4805043" y="1182017"/>
            <a:ext cx="3687594" cy="3724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>
            <p:ph idx="4294967295" type="title"/>
          </p:nvPr>
        </p:nvSpPr>
        <p:spPr>
          <a:xfrm>
            <a:off x="130025" y="43875"/>
            <a:ext cx="8217900" cy="11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Wat is Slime Fall?</a:t>
            </a:r>
            <a:endParaRPr sz="5500"/>
          </a:p>
        </p:txBody>
      </p:sp>
      <p:sp>
        <p:nvSpPr>
          <p:cNvPr id="264" name="Google Shape;264;p31"/>
          <p:cNvSpPr txBox="1"/>
          <p:nvPr>
            <p:ph idx="4294967295" type="subTitle"/>
          </p:nvPr>
        </p:nvSpPr>
        <p:spPr>
          <a:xfrm rot="-563">
            <a:off x="193075" y="1442028"/>
            <a:ext cx="5493000" cy="24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Mobile scrolling game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Snel op te pakken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Obstakels vermijden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Jezelf uitdagen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Voor iedereen</a:t>
            </a:r>
            <a:endParaRPr sz="2200"/>
          </a:p>
        </p:txBody>
      </p:sp>
      <p:pic>
        <p:nvPicPr>
          <p:cNvPr id="265" name="Google Shape;26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10425">
            <a:off x="5863018" y="1722374"/>
            <a:ext cx="1638762" cy="248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idx="4294967295" type="title"/>
          </p:nvPr>
        </p:nvSpPr>
        <p:spPr>
          <a:xfrm>
            <a:off x="569250" y="3757475"/>
            <a:ext cx="1902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Dynamisch</a:t>
            </a:r>
            <a:endParaRPr sz="2200"/>
          </a:p>
        </p:txBody>
      </p:sp>
      <p:sp>
        <p:nvSpPr>
          <p:cNvPr id="271" name="Google Shape;271;p32"/>
          <p:cNvSpPr txBox="1"/>
          <p:nvPr>
            <p:ph idx="4294967295" type="title"/>
          </p:nvPr>
        </p:nvSpPr>
        <p:spPr>
          <a:xfrm>
            <a:off x="3569500" y="1781738"/>
            <a:ext cx="1902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Flappy Bird</a:t>
            </a:r>
            <a:endParaRPr sz="2200"/>
          </a:p>
        </p:txBody>
      </p:sp>
      <p:sp>
        <p:nvSpPr>
          <p:cNvPr id="272" name="Google Shape;272;p32"/>
          <p:cNvSpPr/>
          <p:nvPr/>
        </p:nvSpPr>
        <p:spPr>
          <a:xfrm>
            <a:off x="1117800" y="2724150"/>
            <a:ext cx="804900" cy="80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4118054" y="2724150"/>
            <a:ext cx="804900" cy="80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4" name="Google Shape;274;p32"/>
          <p:cNvCxnSpPr/>
          <p:nvPr/>
        </p:nvCxnSpPr>
        <p:spPr>
          <a:xfrm>
            <a:off x="1922700" y="3126726"/>
            <a:ext cx="2195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2"/>
          <p:cNvCxnSpPr/>
          <p:nvPr/>
        </p:nvCxnSpPr>
        <p:spPr>
          <a:xfrm>
            <a:off x="4922806" y="3126585"/>
            <a:ext cx="2028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2"/>
          <p:cNvCxnSpPr/>
          <p:nvPr/>
        </p:nvCxnSpPr>
        <p:spPr>
          <a:xfrm>
            <a:off x="7722744" y="3126761"/>
            <a:ext cx="10311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7" name="Google Shape;277;p32"/>
          <p:cNvCxnSpPr/>
          <p:nvPr/>
        </p:nvCxnSpPr>
        <p:spPr>
          <a:xfrm>
            <a:off x="561900" y="3126426"/>
            <a:ext cx="555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78" name="Google Shape;278;p32"/>
          <p:cNvCxnSpPr>
            <a:stCxn id="272" idx="4"/>
            <a:endCxn id="270" idx="0"/>
          </p:cNvCxnSpPr>
          <p:nvPr/>
        </p:nvCxnSpPr>
        <p:spPr>
          <a:xfrm>
            <a:off x="1520250" y="3529050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2"/>
          <p:cNvCxnSpPr>
            <a:endCxn id="273" idx="0"/>
          </p:cNvCxnSpPr>
          <p:nvPr/>
        </p:nvCxnSpPr>
        <p:spPr>
          <a:xfrm>
            <a:off x="4520504" y="2408550"/>
            <a:ext cx="0" cy="315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2"/>
          <p:cNvSpPr txBox="1"/>
          <p:nvPr>
            <p:ph idx="4294967295" type="title"/>
          </p:nvPr>
        </p:nvSpPr>
        <p:spPr>
          <a:xfrm>
            <a:off x="130025" y="43875"/>
            <a:ext cx="5334300" cy="11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Inspiratie</a:t>
            </a:r>
            <a:endParaRPr sz="5500"/>
          </a:p>
        </p:txBody>
      </p:sp>
      <p:sp>
        <p:nvSpPr>
          <p:cNvPr id="281" name="Google Shape;281;p32"/>
          <p:cNvSpPr txBox="1"/>
          <p:nvPr>
            <p:ph idx="4294967295" type="title"/>
          </p:nvPr>
        </p:nvSpPr>
        <p:spPr>
          <a:xfrm>
            <a:off x="6402300" y="3757625"/>
            <a:ext cx="1902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Maze Ball</a:t>
            </a:r>
            <a:endParaRPr sz="2200"/>
          </a:p>
        </p:txBody>
      </p:sp>
      <p:pic>
        <p:nvPicPr>
          <p:cNvPr id="282" name="Google Shape;2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300" y="2854050"/>
            <a:ext cx="555900" cy="5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050" y="2729549"/>
            <a:ext cx="804900" cy="8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3988" y="2412700"/>
            <a:ext cx="1438624" cy="143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/>
          <p:nvPr/>
        </p:nvSpPr>
        <p:spPr>
          <a:xfrm>
            <a:off x="929550" y="1367625"/>
            <a:ext cx="2312400" cy="23124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>
            <a:off x="1056975" y="1495050"/>
            <a:ext cx="2057700" cy="205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 txBox="1"/>
          <p:nvPr>
            <p:ph idx="4294967295" type="title"/>
          </p:nvPr>
        </p:nvSpPr>
        <p:spPr>
          <a:xfrm>
            <a:off x="906150" y="2253225"/>
            <a:ext cx="2362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Technologieën</a:t>
            </a:r>
            <a:endParaRPr sz="2200"/>
          </a:p>
        </p:txBody>
      </p:sp>
      <p:sp>
        <p:nvSpPr>
          <p:cNvPr id="292" name="Google Shape;292;p33"/>
          <p:cNvSpPr txBox="1"/>
          <p:nvPr>
            <p:ph idx="4294967295" type="title"/>
          </p:nvPr>
        </p:nvSpPr>
        <p:spPr>
          <a:xfrm>
            <a:off x="4496550" y="737625"/>
            <a:ext cx="19020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Dart</a:t>
            </a:r>
            <a:endParaRPr sz="2200"/>
          </a:p>
        </p:txBody>
      </p:sp>
      <p:sp>
        <p:nvSpPr>
          <p:cNvPr id="293" name="Google Shape;293;p33"/>
          <p:cNvSpPr txBox="1"/>
          <p:nvPr>
            <p:ph idx="4294967295" type="subTitle"/>
          </p:nvPr>
        </p:nvSpPr>
        <p:spPr>
          <a:xfrm>
            <a:off x="4494900" y="1152700"/>
            <a:ext cx="1716600" cy="373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Programmeertaal</a:t>
            </a:r>
            <a:endParaRPr/>
          </a:p>
        </p:txBody>
      </p:sp>
      <p:sp>
        <p:nvSpPr>
          <p:cNvPr id="294" name="Google Shape;294;p33"/>
          <p:cNvSpPr txBox="1"/>
          <p:nvPr>
            <p:ph idx="4294967295" type="title"/>
          </p:nvPr>
        </p:nvSpPr>
        <p:spPr>
          <a:xfrm>
            <a:off x="4904500" y="1652888"/>
            <a:ext cx="19020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Flutter</a:t>
            </a:r>
            <a:endParaRPr sz="2200"/>
          </a:p>
        </p:txBody>
      </p:sp>
      <p:sp>
        <p:nvSpPr>
          <p:cNvPr id="295" name="Google Shape;295;p33"/>
          <p:cNvSpPr txBox="1"/>
          <p:nvPr>
            <p:ph idx="4294967295" type="subTitle"/>
          </p:nvPr>
        </p:nvSpPr>
        <p:spPr>
          <a:xfrm>
            <a:off x="4902854" y="2067088"/>
            <a:ext cx="3319200" cy="375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Cross-Platform framework</a:t>
            </a:r>
            <a:endParaRPr/>
          </a:p>
        </p:txBody>
      </p:sp>
      <p:sp>
        <p:nvSpPr>
          <p:cNvPr id="296" name="Google Shape;296;p33"/>
          <p:cNvSpPr txBox="1"/>
          <p:nvPr>
            <p:ph idx="4294967295" type="title"/>
          </p:nvPr>
        </p:nvSpPr>
        <p:spPr>
          <a:xfrm>
            <a:off x="4903125" y="2542350"/>
            <a:ext cx="2145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Flame Engine</a:t>
            </a:r>
            <a:endParaRPr sz="2200"/>
          </a:p>
        </p:txBody>
      </p:sp>
      <p:sp>
        <p:nvSpPr>
          <p:cNvPr id="297" name="Google Shape;297;p33"/>
          <p:cNvSpPr txBox="1"/>
          <p:nvPr>
            <p:ph idx="4294967295" type="subTitle"/>
          </p:nvPr>
        </p:nvSpPr>
        <p:spPr>
          <a:xfrm>
            <a:off x="4903125" y="3030788"/>
            <a:ext cx="3319200" cy="375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Flutter widget om games te ontwikkelen</a:t>
            </a:r>
            <a:endParaRPr/>
          </a:p>
        </p:txBody>
      </p:sp>
      <p:sp>
        <p:nvSpPr>
          <p:cNvPr id="298" name="Google Shape;298;p33"/>
          <p:cNvSpPr txBox="1"/>
          <p:nvPr>
            <p:ph idx="4294967295" type="title"/>
          </p:nvPr>
        </p:nvSpPr>
        <p:spPr>
          <a:xfrm>
            <a:off x="4498200" y="3431800"/>
            <a:ext cx="19020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FireBase</a:t>
            </a:r>
            <a:endParaRPr sz="2200"/>
          </a:p>
        </p:txBody>
      </p:sp>
      <p:sp>
        <p:nvSpPr>
          <p:cNvPr id="299" name="Google Shape;299;p33"/>
          <p:cNvSpPr txBox="1"/>
          <p:nvPr>
            <p:ph idx="4294967295" type="subTitle"/>
          </p:nvPr>
        </p:nvSpPr>
        <p:spPr>
          <a:xfrm>
            <a:off x="4496540" y="3848075"/>
            <a:ext cx="3319200" cy="375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Authenticatie/data-opslag/cloud</a:t>
            </a:r>
            <a:endParaRPr/>
          </a:p>
        </p:txBody>
      </p:sp>
      <p:cxnSp>
        <p:nvCxnSpPr>
          <p:cNvPr id="300" name="Google Shape;300;p33"/>
          <p:cNvCxnSpPr>
            <a:stCxn id="289" idx="5"/>
          </p:cNvCxnSpPr>
          <p:nvPr/>
        </p:nvCxnSpPr>
        <p:spPr>
          <a:xfrm flipH="1" rot="-5400000">
            <a:off x="3050907" y="3193782"/>
            <a:ext cx="525900" cy="8211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01" name="Google Shape;301;p33"/>
          <p:cNvCxnSpPr/>
          <p:nvPr/>
        </p:nvCxnSpPr>
        <p:spPr>
          <a:xfrm flipH="1" rot="10800000">
            <a:off x="3232500" y="2114625"/>
            <a:ext cx="891900" cy="409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02" name="Google Shape;302;p33"/>
          <p:cNvCxnSpPr>
            <a:stCxn id="289" idx="6"/>
          </p:cNvCxnSpPr>
          <p:nvPr/>
        </p:nvCxnSpPr>
        <p:spPr>
          <a:xfrm>
            <a:off x="3241950" y="2523825"/>
            <a:ext cx="873000" cy="447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03" name="Google Shape;303;p33"/>
          <p:cNvCxnSpPr>
            <a:stCxn id="289" idx="7"/>
          </p:cNvCxnSpPr>
          <p:nvPr/>
        </p:nvCxnSpPr>
        <p:spPr>
          <a:xfrm rot="-5400000">
            <a:off x="3036957" y="1028418"/>
            <a:ext cx="544200" cy="8115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304" name="Google Shape;3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950" y="831975"/>
            <a:ext cx="599450" cy="5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3850" y="1774625"/>
            <a:ext cx="638325" cy="6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7265" y="2537473"/>
            <a:ext cx="811500" cy="769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4400" y="3490125"/>
            <a:ext cx="811500" cy="8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/>
          <p:nvPr>
            <p:ph idx="4294967295" type="title"/>
          </p:nvPr>
        </p:nvSpPr>
        <p:spPr>
          <a:xfrm>
            <a:off x="720000" y="200670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Authenticatie</a:t>
            </a:r>
            <a:endParaRPr sz="2200"/>
          </a:p>
        </p:txBody>
      </p:sp>
      <p:sp>
        <p:nvSpPr>
          <p:cNvPr id="313" name="Google Shape;313;p34"/>
          <p:cNvSpPr txBox="1"/>
          <p:nvPr>
            <p:ph idx="4294967295" type="subTitle"/>
          </p:nvPr>
        </p:nvSpPr>
        <p:spPr>
          <a:xfrm>
            <a:off x="720000" y="24170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FireBase</a:t>
            </a:r>
            <a:endParaRPr/>
          </a:p>
        </p:txBody>
      </p:sp>
      <p:sp>
        <p:nvSpPr>
          <p:cNvPr id="314" name="Google Shape;314;p34"/>
          <p:cNvSpPr txBox="1"/>
          <p:nvPr>
            <p:ph idx="4294967295" type="title"/>
          </p:nvPr>
        </p:nvSpPr>
        <p:spPr>
          <a:xfrm>
            <a:off x="3419269" y="200670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Obstakels</a:t>
            </a:r>
            <a:endParaRPr sz="2200"/>
          </a:p>
        </p:txBody>
      </p:sp>
      <p:sp>
        <p:nvSpPr>
          <p:cNvPr id="315" name="Google Shape;315;p34"/>
          <p:cNvSpPr txBox="1"/>
          <p:nvPr>
            <p:ph idx="4294967295" type="subTitle"/>
          </p:nvPr>
        </p:nvSpPr>
        <p:spPr>
          <a:xfrm>
            <a:off x="3419271" y="24932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Platformen - Spikes -</a:t>
            </a:r>
            <a:br>
              <a:rPr lang="en"/>
            </a:br>
            <a:r>
              <a:rPr lang="en"/>
              <a:t>Coins - Versnelling</a:t>
            </a:r>
            <a:endParaRPr/>
          </a:p>
        </p:txBody>
      </p:sp>
      <p:sp>
        <p:nvSpPr>
          <p:cNvPr id="316" name="Google Shape;316;p34"/>
          <p:cNvSpPr txBox="1"/>
          <p:nvPr>
            <p:ph idx="4294967295" type="title"/>
          </p:nvPr>
        </p:nvSpPr>
        <p:spPr>
          <a:xfrm>
            <a:off x="720000" y="38975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Highscores</a:t>
            </a:r>
            <a:endParaRPr sz="2200"/>
          </a:p>
        </p:txBody>
      </p:sp>
      <p:sp>
        <p:nvSpPr>
          <p:cNvPr id="317" name="Google Shape;317;p34"/>
          <p:cNvSpPr txBox="1"/>
          <p:nvPr>
            <p:ph idx="4294967295" type="subTitle"/>
          </p:nvPr>
        </p:nvSpPr>
        <p:spPr>
          <a:xfrm>
            <a:off x="720000" y="4310325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FireStore</a:t>
            </a:r>
            <a:endParaRPr/>
          </a:p>
        </p:txBody>
      </p:sp>
      <p:sp>
        <p:nvSpPr>
          <p:cNvPr id="318" name="Google Shape;318;p34"/>
          <p:cNvSpPr txBox="1"/>
          <p:nvPr>
            <p:ph idx="4294967295" type="title"/>
          </p:nvPr>
        </p:nvSpPr>
        <p:spPr>
          <a:xfrm>
            <a:off x="3419269" y="38975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Audio</a:t>
            </a:r>
            <a:endParaRPr sz="2200"/>
          </a:p>
        </p:txBody>
      </p:sp>
      <p:sp>
        <p:nvSpPr>
          <p:cNvPr id="319" name="Google Shape;319;p34"/>
          <p:cNvSpPr txBox="1"/>
          <p:nvPr>
            <p:ph idx="4294967295" type="subTitle"/>
          </p:nvPr>
        </p:nvSpPr>
        <p:spPr>
          <a:xfrm>
            <a:off x="3419271" y="4425250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Background OST</a:t>
            </a:r>
            <a:br>
              <a:rPr lang="en"/>
            </a:br>
            <a:r>
              <a:rPr lang="en"/>
              <a:t>Sound Effects</a:t>
            </a:r>
            <a:endParaRPr/>
          </a:p>
        </p:txBody>
      </p:sp>
      <p:sp>
        <p:nvSpPr>
          <p:cNvPr id="320" name="Google Shape;320;p34"/>
          <p:cNvSpPr txBox="1"/>
          <p:nvPr>
            <p:ph idx="4294967295" type="title"/>
          </p:nvPr>
        </p:nvSpPr>
        <p:spPr>
          <a:xfrm>
            <a:off x="6118545" y="200670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Controls</a:t>
            </a:r>
            <a:endParaRPr sz="2200"/>
          </a:p>
        </p:txBody>
      </p:sp>
      <p:sp>
        <p:nvSpPr>
          <p:cNvPr id="321" name="Google Shape;321;p34"/>
          <p:cNvSpPr txBox="1"/>
          <p:nvPr>
            <p:ph idx="4294967295" type="subTitle"/>
          </p:nvPr>
        </p:nvSpPr>
        <p:spPr>
          <a:xfrm>
            <a:off x="6118550" y="2493200"/>
            <a:ext cx="2305500" cy="6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Gyro: links/rechts</a:t>
            </a:r>
            <a:br>
              <a:rPr lang="en"/>
            </a:br>
            <a:r>
              <a:rPr lang="en"/>
              <a:t>Tap: dash</a:t>
            </a:r>
            <a:endParaRPr/>
          </a:p>
        </p:txBody>
      </p:sp>
      <p:sp>
        <p:nvSpPr>
          <p:cNvPr id="322" name="Google Shape;322;p34"/>
          <p:cNvSpPr txBox="1"/>
          <p:nvPr>
            <p:ph idx="4294967295" type="title"/>
          </p:nvPr>
        </p:nvSpPr>
        <p:spPr>
          <a:xfrm>
            <a:off x="6118545" y="389755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Retry</a:t>
            </a:r>
            <a:endParaRPr sz="2200"/>
          </a:p>
        </p:txBody>
      </p:sp>
      <p:sp>
        <p:nvSpPr>
          <p:cNvPr id="323" name="Google Shape;323;p34"/>
          <p:cNvSpPr txBox="1"/>
          <p:nvPr>
            <p:ph idx="4294967295" type="subTitle"/>
          </p:nvPr>
        </p:nvSpPr>
        <p:spPr>
          <a:xfrm>
            <a:off x="6118550" y="4310325"/>
            <a:ext cx="23055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Opnieuw spelen</a:t>
            </a:r>
            <a:endParaRPr/>
          </a:p>
        </p:txBody>
      </p:sp>
      <p:sp>
        <p:nvSpPr>
          <p:cNvPr id="324" name="Google Shape;324;p34"/>
          <p:cNvSpPr txBox="1"/>
          <p:nvPr>
            <p:ph idx="4294967295" type="title"/>
          </p:nvPr>
        </p:nvSpPr>
        <p:spPr>
          <a:xfrm>
            <a:off x="130025" y="43875"/>
            <a:ext cx="3766200" cy="11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Features</a:t>
            </a:r>
            <a:endParaRPr sz="5500"/>
          </a:p>
        </p:txBody>
      </p:sp>
      <p:pic>
        <p:nvPicPr>
          <p:cNvPr id="325" name="Google Shape;3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975" y="1336375"/>
            <a:ext cx="774851" cy="7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150" y="1374500"/>
            <a:ext cx="698600" cy="6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1075" y="1204950"/>
            <a:ext cx="906275" cy="9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3150" y="3181400"/>
            <a:ext cx="858500" cy="8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5500" y="3190700"/>
            <a:ext cx="839900" cy="8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2000" y="3261350"/>
            <a:ext cx="698600" cy="6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5"/>
          <p:cNvPicPr preferRelativeResize="0"/>
          <p:nvPr/>
        </p:nvPicPr>
        <p:blipFill rotWithShape="1">
          <a:blip r:embed="rId3">
            <a:alphaModFix/>
          </a:blip>
          <a:srcRect b="42725" l="7047" r="51422" t="6687"/>
          <a:stretch/>
        </p:blipFill>
        <p:spPr>
          <a:xfrm>
            <a:off x="2127988" y="1859125"/>
            <a:ext cx="2768274" cy="252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575" y="1390963"/>
            <a:ext cx="3392675" cy="33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>
            <p:ph idx="4294967295" type="title"/>
          </p:nvPr>
        </p:nvSpPr>
        <p:spPr>
          <a:xfrm>
            <a:off x="130025" y="43875"/>
            <a:ext cx="5334300" cy="11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DEMO!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ification Strategy Agency by Slidesgo">
  <a:themeElements>
    <a:clrScheme name="Simple Light">
      <a:dk1>
        <a:srgbClr val="000000"/>
      </a:dk1>
      <a:lt1>
        <a:srgbClr val="FFFFFF"/>
      </a:lt1>
      <a:dk2>
        <a:srgbClr val="E3DDFF"/>
      </a:dk2>
      <a:lt2>
        <a:srgbClr val="AF98FF"/>
      </a:lt2>
      <a:accent1>
        <a:srgbClr val="6846FF"/>
      </a:accent1>
      <a:accent2>
        <a:srgbClr val="FFC53C"/>
      </a:accent2>
      <a:accent3>
        <a:srgbClr val="FF943C"/>
      </a:accent3>
      <a:accent4>
        <a:srgbClr val="FF4E78"/>
      </a:accent4>
      <a:accent5>
        <a:srgbClr val="00D1F9"/>
      </a:accent5>
      <a:accent6>
        <a:srgbClr val="6885B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